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4" r:id="rId2"/>
  </p:sldIdLst>
  <p:sldSz cx="10439400" cy="12960350"/>
  <p:notesSz cx="9312275" cy="147986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627970" indent="219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1260330" indent="219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892690" indent="219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2525051" indent="219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3161802" algn="l" defTabSz="1264721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3794162" algn="l" defTabSz="1264721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4426523" algn="l" defTabSz="1264721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5058883" algn="l" defTabSz="1264721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084" userDrawn="1">
          <p15:clr>
            <a:srgbClr val="A4A3A4"/>
          </p15:clr>
        </p15:guide>
        <p15:guide id="2" pos="32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611" autoAdjust="0"/>
    <p:restoredTop sz="96357" autoAdjust="0"/>
  </p:normalViewPr>
  <p:slideViewPr>
    <p:cSldViewPr snapToObjects="1">
      <p:cViewPr>
        <p:scale>
          <a:sx n="100" d="100"/>
          <a:sy n="100" d="100"/>
        </p:scale>
        <p:origin x="208" y="-5608"/>
      </p:cViewPr>
      <p:guideLst>
        <p:guide orient="horz" pos="4084"/>
        <p:guide pos="328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7" y="4"/>
            <a:ext cx="4035459" cy="739176"/>
          </a:xfrm>
          <a:prstGeom prst="rect">
            <a:avLst/>
          </a:prstGeom>
        </p:spPr>
        <p:txBody>
          <a:bodyPr vert="horz" lIns="217993" tIns="108991" rIns="217993" bIns="108991" rtlCol="0"/>
          <a:lstStyle>
            <a:lvl1pPr algn="l">
              <a:defRPr sz="2800" dirty="0"/>
            </a:lvl1pPr>
          </a:lstStyle>
          <a:p>
            <a:pPr>
              <a:defRPr/>
            </a:pPr>
            <a:endParaRPr lang="es-MX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74740" y="4"/>
            <a:ext cx="4035459" cy="739176"/>
          </a:xfrm>
          <a:prstGeom prst="rect">
            <a:avLst/>
          </a:prstGeom>
        </p:spPr>
        <p:txBody>
          <a:bodyPr vert="horz" lIns="217993" tIns="108991" rIns="217993" bIns="108991" rtlCol="0"/>
          <a:lstStyle>
            <a:lvl1pPr algn="r">
              <a:defRPr sz="2800"/>
            </a:lvl1pPr>
          </a:lstStyle>
          <a:p>
            <a:pPr>
              <a:defRPr/>
            </a:pPr>
            <a:fld id="{07BA3701-A7B1-4F4E-833A-BD717035E578}" type="datetimeFigureOut">
              <a:rPr lang="es-MX"/>
              <a:pPr>
                <a:defRPr/>
              </a:pPr>
              <a:t>23/01/2023</a:t>
            </a:fld>
            <a:endParaRPr lang="es-MX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7" y="14056984"/>
            <a:ext cx="4035459" cy="739176"/>
          </a:xfrm>
          <a:prstGeom prst="rect">
            <a:avLst/>
          </a:prstGeom>
        </p:spPr>
        <p:txBody>
          <a:bodyPr vert="horz" lIns="217993" tIns="108991" rIns="217993" bIns="108991" rtlCol="0" anchor="b"/>
          <a:lstStyle>
            <a:lvl1pPr algn="l">
              <a:defRPr sz="2800" dirty="0"/>
            </a:lvl1pPr>
          </a:lstStyle>
          <a:p>
            <a:pPr>
              <a:defRPr/>
            </a:pPr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74740" y="14056984"/>
            <a:ext cx="4035459" cy="739176"/>
          </a:xfrm>
          <a:prstGeom prst="rect">
            <a:avLst/>
          </a:prstGeom>
        </p:spPr>
        <p:txBody>
          <a:bodyPr vert="horz" lIns="217993" tIns="108991" rIns="217993" bIns="108991" rtlCol="0" anchor="b"/>
          <a:lstStyle>
            <a:lvl1pPr algn="r">
              <a:defRPr sz="2800"/>
            </a:lvl1pPr>
          </a:lstStyle>
          <a:p>
            <a:pPr>
              <a:defRPr/>
            </a:pPr>
            <a:fld id="{C613DF8E-B515-4966-8851-9DD032EDC6DD}" type="slidenum">
              <a:rPr lang="es-MX"/>
              <a:pPr>
                <a:defRPr/>
              </a:pPr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7" y="0"/>
            <a:ext cx="4035459" cy="736654"/>
          </a:xfrm>
          <a:prstGeom prst="rect">
            <a:avLst/>
          </a:prstGeom>
        </p:spPr>
        <p:txBody>
          <a:bodyPr vert="horz" wrap="square" lIns="219257" tIns="109633" rIns="219257" bIns="109633" numCol="1" anchor="t" anchorCtr="0" compatLnSpc="1">
            <a:prstTxWarp prst="textNoShape">
              <a:avLst/>
            </a:prstTxWarp>
          </a:bodyPr>
          <a:lstStyle>
            <a:lvl1pPr>
              <a:defRPr sz="2800" dirty="0">
                <a:latin typeface="Calibri" pitchFamily="34" charset="0"/>
              </a:defRPr>
            </a:lvl1pPr>
          </a:lstStyle>
          <a:p>
            <a:pPr>
              <a:defRPr/>
            </a:pPr>
            <a:endParaRPr lang="es-MX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74740" y="0"/>
            <a:ext cx="4035459" cy="736654"/>
          </a:xfrm>
          <a:prstGeom prst="rect">
            <a:avLst/>
          </a:prstGeom>
        </p:spPr>
        <p:txBody>
          <a:bodyPr vert="horz" wrap="square" lIns="219257" tIns="109633" rIns="219257" bIns="109633" numCol="1" anchor="t" anchorCtr="0" compatLnSpc="1">
            <a:prstTxWarp prst="textNoShape">
              <a:avLst/>
            </a:prstTxWarp>
          </a:bodyPr>
          <a:lstStyle>
            <a:lvl1pPr algn="r">
              <a:defRPr sz="2800">
                <a:latin typeface="Calibri" pitchFamily="34" charset="0"/>
              </a:defRPr>
            </a:lvl1pPr>
          </a:lstStyle>
          <a:p>
            <a:pPr>
              <a:defRPr/>
            </a:pPr>
            <a:fld id="{3A545CE8-268F-409B-8BC3-27781C860010}" type="datetimeFigureOut">
              <a:rPr lang="en-US"/>
              <a:pPr>
                <a:defRPr/>
              </a:pPr>
              <a:t>1/23/2023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22525" y="1109663"/>
            <a:ext cx="4467225" cy="5548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219257" tIns="109633" rIns="219257" bIns="109633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4199" y="7028493"/>
            <a:ext cx="7443929" cy="6660162"/>
          </a:xfrm>
          <a:prstGeom prst="rect">
            <a:avLst/>
          </a:prstGeom>
        </p:spPr>
        <p:txBody>
          <a:bodyPr vert="horz" lIns="219257" tIns="109633" rIns="219257" bIns="10963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7" y="14059499"/>
            <a:ext cx="4035459" cy="736654"/>
          </a:xfrm>
          <a:prstGeom prst="rect">
            <a:avLst/>
          </a:prstGeom>
        </p:spPr>
        <p:txBody>
          <a:bodyPr vert="horz" wrap="square" lIns="219257" tIns="109633" rIns="219257" bIns="109633" numCol="1" anchor="b" anchorCtr="0" compatLnSpc="1">
            <a:prstTxWarp prst="textNoShape">
              <a:avLst/>
            </a:prstTxWarp>
          </a:bodyPr>
          <a:lstStyle>
            <a:lvl1pPr>
              <a:defRPr sz="2800" dirty="0">
                <a:latin typeface="Calibri" pitchFamily="34" charset="0"/>
              </a:defRPr>
            </a:lvl1pPr>
          </a:lstStyle>
          <a:p>
            <a:pPr>
              <a:defRPr/>
            </a:pPr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74740" y="14059499"/>
            <a:ext cx="4035459" cy="736654"/>
          </a:xfrm>
          <a:prstGeom prst="rect">
            <a:avLst/>
          </a:prstGeom>
        </p:spPr>
        <p:txBody>
          <a:bodyPr vert="horz" wrap="square" lIns="219257" tIns="109633" rIns="219257" bIns="109633" numCol="1" anchor="b" anchorCtr="0" compatLnSpc="1">
            <a:prstTxWarp prst="textNoShape">
              <a:avLst/>
            </a:prstTxWarp>
          </a:bodyPr>
          <a:lstStyle>
            <a:lvl1pPr algn="r">
              <a:defRPr sz="2800">
                <a:latin typeface="Calibri" pitchFamily="34" charset="0"/>
              </a:defRPr>
            </a:lvl1pPr>
          </a:lstStyle>
          <a:p>
            <a:pPr>
              <a:defRPr/>
            </a:pPr>
            <a:fld id="{460F5741-AE70-4A8F-AA65-BDD35D9EDD17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660" kern="1200">
        <a:solidFill>
          <a:schemeClr val="tx1"/>
        </a:solidFill>
        <a:latin typeface="+mn-lt"/>
        <a:ea typeface="+mn-ea"/>
        <a:cs typeface="+mn-cs"/>
      </a:defRPr>
    </a:lvl1pPr>
    <a:lvl2pPr marL="627970" algn="l" rtl="0" eaLnBrk="0" fontAlgn="base" hangingPunct="0">
      <a:spcBef>
        <a:spcPct val="30000"/>
      </a:spcBef>
      <a:spcAft>
        <a:spcPct val="0"/>
      </a:spcAft>
      <a:defRPr sz="1660" kern="1200">
        <a:solidFill>
          <a:schemeClr val="tx1"/>
        </a:solidFill>
        <a:latin typeface="+mn-lt"/>
        <a:ea typeface="+mn-ea"/>
        <a:cs typeface="+mn-cs"/>
      </a:defRPr>
    </a:lvl2pPr>
    <a:lvl3pPr marL="1260330" algn="l" rtl="0" eaLnBrk="0" fontAlgn="base" hangingPunct="0">
      <a:spcBef>
        <a:spcPct val="30000"/>
      </a:spcBef>
      <a:spcAft>
        <a:spcPct val="0"/>
      </a:spcAft>
      <a:defRPr sz="1660" kern="1200">
        <a:solidFill>
          <a:schemeClr val="tx1"/>
        </a:solidFill>
        <a:latin typeface="+mn-lt"/>
        <a:ea typeface="+mn-ea"/>
        <a:cs typeface="+mn-cs"/>
      </a:defRPr>
    </a:lvl3pPr>
    <a:lvl4pPr marL="1892690" algn="l" rtl="0" eaLnBrk="0" fontAlgn="base" hangingPunct="0">
      <a:spcBef>
        <a:spcPct val="30000"/>
      </a:spcBef>
      <a:spcAft>
        <a:spcPct val="0"/>
      </a:spcAft>
      <a:defRPr sz="1660" kern="1200">
        <a:solidFill>
          <a:schemeClr val="tx1"/>
        </a:solidFill>
        <a:latin typeface="+mn-lt"/>
        <a:ea typeface="+mn-ea"/>
        <a:cs typeface="+mn-cs"/>
      </a:defRPr>
    </a:lvl4pPr>
    <a:lvl5pPr marL="2525051" algn="l" rtl="0" eaLnBrk="0" fontAlgn="base" hangingPunct="0">
      <a:spcBef>
        <a:spcPct val="30000"/>
      </a:spcBef>
      <a:spcAft>
        <a:spcPct val="0"/>
      </a:spcAft>
      <a:defRPr sz="1660" kern="1200">
        <a:solidFill>
          <a:schemeClr val="tx1"/>
        </a:solidFill>
        <a:latin typeface="+mn-lt"/>
        <a:ea typeface="+mn-ea"/>
        <a:cs typeface="+mn-cs"/>
      </a:defRPr>
    </a:lvl5pPr>
    <a:lvl6pPr marL="3160000" algn="l" defTabSz="1264000" rtl="0" eaLnBrk="1" latinLnBrk="0" hangingPunct="1">
      <a:defRPr sz="1660" kern="1200">
        <a:solidFill>
          <a:schemeClr val="tx1"/>
        </a:solidFill>
        <a:latin typeface="+mn-lt"/>
        <a:ea typeface="+mn-ea"/>
        <a:cs typeface="+mn-cs"/>
      </a:defRPr>
    </a:lvl6pPr>
    <a:lvl7pPr marL="3791996" algn="l" defTabSz="1264000" rtl="0" eaLnBrk="1" latinLnBrk="0" hangingPunct="1">
      <a:defRPr sz="1660" kern="1200">
        <a:solidFill>
          <a:schemeClr val="tx1"/>
        </a:solidFill>
        <a:latin typeface="+mn-lt"/>
        <a:ea typeface="+mn-ea"/>
        <a:cs typeface="+mn-cs"/>
      </a:defRPr>
    </a:lvl7pPr>
    <a:lvl8pPr marL="4423998" algn="l" defTabSz="1264000" rtl="0" eaLnBrk="1" latinLnBrk="0" hangingPunct="1">
      <a:defRPr sz="1660" kern="1200">
        <a:solidFill>
          <a:schemeClr val="tx1"/>
        </a:solidFill>
        <a:latin typeface="+mn-lt"/>
        <a:ea typeface="+mn-ea"/>
        <a:cs typeface="+mn-cs"/>
      </a:defRPr>
    </a:lvl8pPr>
    <a:lvl9pPr marL="5055998" algn="l" defTabSz="1264000" rtl="0" eaLnBrk="1" latinLnBrk="0" hangingPunct="1">
      <a:defRPr sz="166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422525" y="1109663"/>
            <a:ext cx="4467225" cy="554831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98403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2957" y="4026121"/>
            <a:ext cx="8873491" cy="27780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5918" y="7344202"/>
            <a:ext cx="7307581" cy="331209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38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762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14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52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905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286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466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04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0051A8-79A6-4750-85BD-CDE737687179}" type="datetimeFigureOut">
              <a:rPr lang="en-US"/>
              <a:pPr>
                <a:defRPr/>
              </a:pPr>
              <a:t>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F0ED2-7B76-483F-9DB1-5E05449B5811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05E79B-FB69-4728-9D71-8A0010B0F42E}" type="datetimeFigureOut">
              <a:rPr lang="en-US"/>
              <a:pPr>
                <a:defRPr/>
              </a:pPr>
              <a:t>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D0079-FD45-4138-AE98-C340AD29BE6C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641" y="8328227"/>
            <a:ext cx="8873491" cy="2574070"/>
          </a:xfrm>
        </p:spPr>
        <p:txBody>
          <a:bodyPr anchor="t"/>
          <a:lstStyle>
            <a:lvl1pPr algn="l">
              <a:defRPr sz="558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641" y="5493162"/>
            <a:ext cx="8873491" cy="2835075"/>
          </a:xfrm>
        </p:spPr>
        <p:txBody>
          <a:bodyPr anchor="b"/>
          <a:lstStyle>
            <a:lvl1pPr marL="0" indent="0">
              <a:buNone/>
              <a:defRPr sz="2792">
                <a:solidFill>
                  <a:schemeClr val="tx1">
                    <a:tint val="75000"/>
                  </a:schemeClr>
                </a:solidFill>
              </a:defRPr>
            </a:lvl1pPr>
            <a:lvl2pPr marL="638110" indent="0">
              <a:buNone/>
              <a:defRPr sz="2513">
                <a:solidFill>
                  <a:schemeClr val="tx1">
                    <a:tint val="75000"/>
                  </a:schemeClr>
                </a:solidFill>
              </a:defRPr>
            </a:lvl2pPr>
            <a:lvl3pPr marL="1276219" indent="0">
              <a:buNone/>
              <a:defRPr sz="2234">
                <a:solidFill>
                  <a:schemeClr val="tx1">
                    <a:tint val="75000"/>
                  </a:schemeClr>
                </a:solidFill>
              </a:defRPr>
            </a:lvl3pPr>
            <a:lvl4pPr marL="1914326" indent="0">
              <a:buNone/>
              <a:defRPr sz="1955">
                <a:solidFill>
                  <a:schemeClr val="tx1">
                    <a:tint val="75000"/>
                  </a:schemeClr>
                </a:solidFill>
              </a:defRPr>
            </a:lvl4pPr>
            <a:lvl5pPr marL="2552435" indent="0">
              <a:buNone/>
              <a:defRPr sz="1955">
                <a:solidFill>
                  <a:schemeClr val="tx1">
                    <a:tint val="75000"/>
                  </a:schemeClr>
                </a:solidFill>
              </a:defRPr>
            </a:lvl5pPr>
            <a:lvl6pPr marL="3190547" indent="0">
              <a:buNone/>
              <a:defRPr sz="1955">
                <a:solidFill>
                  <a:schemeClr val="tx1">
                    <a:tint val="75000"/>
                  </a:schemeClr>
                </a:solidFill>
              </a:defRPr>
            </a:lvl6pPr>
            <a:lvl7pPr marL="3828654" indent="0">
              <a:buNone/>
              <a:defRPr sz="1955">
                <a:solidFill>
                  <a:schemeClr val="tx1">
                    <a:tint val="75000"/>
                  </a:schemeClr>
                </a:solidFill>
              </a:defRPr>
            </a:lvl7pPr>
            <a:lvl8pPr marL="4466766" indent="0">
              <a:buNone/>
              <a:defRPr sz="1955">
                <a:solidFill>
                  <a:schemeClr val="tx1">
                    <a:tint val="75000"/>
                  </a:schemeClr>
                </a:solidFill>
              </a:defRPr>
            </a:lvl8pPr>
            <a:lvl9pPr marL="5104875" indent="0">
              <a:buNone/>
              <a:defRPr sz="19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2935A8-0820-47E4-9A05-514592D31916}" type="datetimeFigureOut">
              <a:rPr lang="en-US"/>
              <a:pPr>
                <a:defRPr/>
              </a:pPr>
              <a:t>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09CB4D-61E9-414D-B0A4-1F4AF92C2391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1977" y="3024096"/>
            <a:ext cx="4610735" cy="8553232"/>
          </a:xfrm>
        </p:spPr>
        <p:txBody>
          <a:bodyPr/>
          <a:lstStyle>
            <a:lvl1pPr>
              <a:defRPr sz="3910"/>
            </a:lvl1pPr>
            <a:lvl2pPr>
              <a:defRPr sz="3351"/>
            </a:lvl2pPr>
            <a:lvl3pPr>
              <a:defRPr sz="2792"/>
            </a:lvl3pPr>
            <a:lvl4pPr>
              <a:defRPr sz="2513"/>
            </a:lvl4pPr>
            <a:lvl5pPr>
              <a:defRPr sz="2513"/>
            </a:lvl5pPr>
            <a:lvl6pPr>
              <a:defRPr sz="2513"/>
            </a:lvl6pPr>
            <a:lvl7pPr>
              <a:defRPr sz="2513"/>
            </a:lvl7pPr>
            <a:lvl8pPr>
              <a:defRPr sz="2513"/>
            </a:lvl8pPr>
            <a:lvl9pPr>
              <a:defRPr sz="25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06699" y="3024096"/>
            <a:ext cx="4610735" cy="8553232"/>
          </a:xfrm>
        </p:spPr>
        <p:txBody>
          <a:bodyPr/>
          <a:lstStyle>
            <a:lvl1pPr>
              <a:defRPr sz="3910"/>
            </a:lvl1pPr>
            <a:lvl2pPr>
              <a:defRPr sz="3351"/>
            </a:lvl2pPr>
            <a:lvl3pPr>
              <a:defRPr sz="2792"/>
            </a:lvl3pPr>
            <a:lvl4pPr>
              <a:defRPr sz="2513"/>
            </a:lvl4pPr>
            <a:lvl5pPr>
              <a:defRPr sz="2513"/>
            </a:lvl5pPr>
            <a:lvl6pPr>
              <a:defRPr sz="2513"/>
            </a:lvl6pPr>
            <a:lvl7pPr>
              <a:defRPr sz="2513"/>
            </a:lvl7pPr>
            <a:lvl8pPr>
              <a:defRPr sz="2513"/>
            </a:lvl8pPr>
            <a:lvl9pPr>
              <a:defRPr sz="25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86BFD8-67D0-4BCC-A7B1-13F985A99B59}" type="datetimeFigureOut">
              <a:rPr lang="en-US"/>
              <a:pPr>
                <a:defRPr/>
              </a:pPr>
              <a:t>1/23/2023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7FC520-A542-4838-AB06-D357BD889930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1982" y="2901083"/>
            <a:ext cx="4612549" cy="1209032"/>
          </a:xfrm>
        </p:spPr>
        <p:txBody>
          <a:bodyPr anchor="b"/>
          <a:lstStyle>
            <a:lvl1pPr marL="0" indent="0">
              <a:buNone/>
              <a:defRPr sz="3351" b="1"/>
            </a:lvl1pPr>
            <a:lvl2pPr marL="638110" indent="0">
              <a:buNone/>
              <a:defRPr sz="2792" b="1"/>
            </a:lvl2pPr>
            <a:lvl3pPr marL="1276219" indent="0">
              <a:buNone/>
              <a:defRPr sz="2513" b="1"/>
            </a:lvl3pPr>
            <a:lvl4pPr marL="1914326" indent="0">
              <a:buNone/>
              <a:defRPr sz="2234" b="1"/>
            </a:lvl4pPr>
            <a:lvl5pPr marL="2552435" indent="0">
              <a:buNone/>
              <a:defRPr sz="2234" b="1"/>
            </a:lvl5pPr>
            <a:lvl6pPr marL="3190547" indent="0">
              <a:buNone/>
              <a:defRPr sz="2234" b="1"/>
            </a:lvl6pPr>
            <a:lvl7pPr marL="3828654" indent="0">
              <a:buNone/>
              <a:defRPr sz="2234" b="1"/>
            </a:lvl7pPr>
            <a:lvl8pPr marL="4466766" indent="0">
              <a:buNone/>
              <a:defRPr sz="2234" b="1"/>
            </a:lvl8pPr>
            <a:lvl9pPr marL="5104875" indent="0">
              <a:buNone/>
              <a:defRPr sz="22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982" y="4110115"/>
            <a:ext cx="4612549" cy="7467203"/>
          </a:xfrm>
        </p:spPr>
        <p:txBody>
          <a:bodyPr/>
          <a:lstStyle>
            <a:lvl1pPr>
              <a:defRPr sz="3351"/>
            </a:lvl1pPr>
            <a:lvl2pPr>
              <a:defRPr sz="2792"/>
            </a:lvl2pPr>
            <a:lvl3pPr>
              <a:defRPr sz="2513"/>
            </a:lvl3pPr>
            <a:lvl4pPr>
              <a:defRPr sz="2234"/>
            </a:lvl4pPr>
            <a:lvl5pPr>
              <a:defRPr sz="2234"/>
            </a:lvl5pPr>
            <a:lvl6pPr>
              <a:defRPr sz="2234"/>
            </a:lvl6pPr>
            <a:lvl7pPr>
              <a:defRPr sz="2234"/>
            </a:lvl7pPr>
            <a:lvl8pPr>
              <a:defRPr sz="2234"/>
            </a:lvl8pPr>
            <a:lvl9pPr>
              <a:defRPr sz="22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03079" y="2901083"/>
            <a:ext cx="4614360" cy="1209032"/>
          </a:xfrm>
        </p:spPr>
        <p:txBody>
          <a:bodyPr anchor="b"/>
          <a:lstStyle>
            <a:lvl1pPr marL="0" indent="0">
              <a:buNone/>
              <a:defRPr sz="3351" b="1"/>
            </a:lvl1pPr>
            <a:lvl2pPr marL="638110" indent="0">
              <a:buNone/>
              <a:defRPr sz="2792" b="1"/>
            </a:lvl2pPr>
            <a:lvl3pPr marL="1276219" indent="0">
              <a:buNone/>
              <a:defRPr sz="2513" b="1"/>
            </a:lvl3pPr>
            <a:lvl4pPr marL="1914326" indent="0">
              <a:buNone/>
              <a:defRPr sz="2234" b="1"/>
            </a:lvl4pPr>
            <a:lvl5pPr marL="2552435" indent="0">
              <a:buNone/>
              <a:defRPr sz="2234" b="1"/>
            </a:lvl5pPr>
            <a:lvl6pPr marL="3190547" indent="0">
              <a:buNone/>
              <a:defRPr sz="2234" b="1"/>
            </a:lvl6pPr>
            <a:lvl7pPr marL="3828654" indent="0">
              <a:buNone/>
              <a:defRPr sz="2234" b="1"/>
            </a:lvl7pPr>
            <a:lvl8pPr marL="4466766" indent="0">
              <a:buNone/>
              <a:defRPr sz="2234" b="1"/>
            </a:lvl8pPr>
            <a:lvl9pPr marL="5104875" indent="0">
              <a:buNone/>
              <a:defRPr sz="22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03079" y="4110115"/>
            <a:ext cx="4614360" cy="7467203"/>
          </a:xfrm>
        </p:spPr>
        <p:txBody>
          <a:bodyPr/>
          <a:lstStyle>
            <a:lvl1pPr>
              <a:defRPr sz="3351"/>
            </a:lvl1pPr>
            <a:lvl2pPr>
              <a:defRPr sz="2792"/>
            </a:lvl2pPr>
            <a:lvl3pPr>
              <a:defRPr sz="2513"/>
            </a:lvl3pPr>
            <a:lvl4pPr>
              <a:defRPr sz="2234"/>
            </a:lvl4pPr>
            <a:lvl5pPr>
              <a:defRPr sz="2234"/>
            </a:lvl5pPr>
            <a:lvl6pPr>
              <a:defRPr sz="2234"/>
            </a:lvl6pPr>
            <a:lvl7pPr>
              <a:defRPr sz="2234"/>
            </a:lvl7pPr>
            <a:lvl8pPr>
              <a:defRPr sz="2234"/>
            </a:lvl8pPr>
            <a:lvl9pPr>
              <a:defRPr sz="22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F25A81-83EC-40E8-9D94-A5EF1EE5C738}" type="datetimeFigureOut">
              <a:rPr lang="en-US"/>
              <a:pPr>
                <a:defRPr/>
              </a:pPr>
              <a:t>1/23/2023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42EFCE-F5ED-4836-A9CA-CE21111462AC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53174E-E4C0-4120-84A4-E274C08F3109}" type="datetimeFigureOut">
              <a:rPr lang="en-US"/>
              <a:pPr>
                <a:defRPr/>
              </a:pPr>
              <a:t>1/23/2023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BD6E6F-0562-4567-9737-ADB462967486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6E120C-56FA-4952-A48E-1D5C22273E61}" type="datetimeFigureOut">
              <a:rPr lang="en-US"/>
              <a:pPr>
                <a:defRPr/>
              </a:pPr>
              <a:t>1/23/2023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DB1412-CE58-4E3A-8E65-84E32491658E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974" y="516022"/>
            <a:ext cx="3434492" cy="2196057"/>
          </a:xfrm>
        </p:spPr>
        <p:txBody>
          <a:bodyPr anchor="b"/>
          <a:lstStyle>
            <a:lvl1pPr algn="l">
              <a:defRPr sz="279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520" y="516020"/>
            <a:ext cx="5835915" cy="11061300"/>
          </a:xfrm>
        </p:spPr>
        <p:txBody>
          <a:bodyPr/>
          <a:lstStyle>
            <a:lvl1pPr>
              <a:defRPr sz="4470"/>
            </a:lvl1pPr>
            <a:lvl2pPr>
              <a:defRPr sz="3910"/>
            </a:lvl2pPr>
            <a:lvl3pPr>
              <a:defRPr sz="3351"/>
            </a:lvl3pPr>
            <a:lvl4pPr>
              <a:defRPr sz="2792"/>
            </a:lvl4pPr>
            <a:lvl5pPr>
              <a:defRPr sz="2792"/>
            </a:lvl5pPr>
            <a:lvl6pPr>
              <a:defRPr sz="2792"/>
            </a:lvl6pPr>
            <a:lvl7pPr>
              <a:defRPr sz="2792"/>
            </a:lvl7pPr>
            <a:lvl8pPr>
              <a:defRPr sz="2792"/>
            </a:lvl8pPr>
            <a:lvl9pPr>
              <a:defRPr sz="27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1974" y="2712089"/>
            <a:ext cx="3434492" cy="8865241"/>
          </a:xfrm>
        </p:spPr>
        <p:txBody>
          <a:bodyPr/>
          <a:lstStyle>
            <a:lvl1pPr marL="0" indent="0">
              <a:buNone/>
              <a:defRPr sz="1955"/>
            </a:lvl1pPr>
            <a:lvl2pPr marL="638110" indent="0">
              <a:buNone/>
              <a:defRPr sz="1677"/>
            </a:lvl2pPr>
            <a:lvl3pPr marL="1276219" indent="0">
              <a:buNone/>
              <a:defRPr sz="1396"/>
            </a:lvl3pPr>
            <a:lvl4pPr marL="1914326" indent="0">
              <a:buNone/>
              <a:defRPr sz="1257"/>
            </a:lvl4pPr>
            <a:lvl5pPr marL="2552435" indent="0">
              <a:buNone/>
              <a:defRPr sz="1257"/>
            </a:lvl5pPr>
            <a:lvl6pPr marL="3190547" indent="0">
              <a:buNone/>
              <a:defRPr sz="1257"/>
            </a:lvl6pPr>
            <a:lvl7pPr marL="3828654" indent="0">
              <a:buNone/>
              <a:defRPr sz="1257"/>
            </a:lvl7pPr>
            <a:lvl8pPr marL="4466766" indent="0">
              <a:buNone/>
              <a:defRPr sz="1257"/>
            </a:lvl8pPr>
            <a:lvl9pPr marL="5104875" indent="0">
              <a:buNone/>
              <a:defRPr sz="12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E42965-781B-4839-AA08-89DEC9F98F27}" type="datetimeFigureOut">
              <a:rPr lang="en-US"/>
              <a:pPr>
                <a:defRPr/>
              </a:pPr>
              <a:t>1/23/2023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AB671-A2EB-47E9-A38D-9DBA5F4E29D2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6197" y="9072260"/>
            <a:ext cx="6263640" cy="1071031"/>
          </a:xfrm>
        </p:spPr>
        <p:txBody>
          <a:bodyPr anchor="b"/>
          <a:lstStyle>
            <a:lvl1pPr algn="l">
              <a:defRPr sz="279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46197" y="1158038"/>
            <a:ext cx="6263640" cy="7776210"/>
          </a:xfrm>
        </p:spPr>
        <p:txBody>
          <a:bodyPr rtlCol="0">
            <a:normAutofit/>
          </a:bodyPr>
          <a:lstStyle>
            <a:lvl1pPr marL="0" indent="0">
              <a:buNone/>
              <a:defRPr sz="4470"/>
            </a:lvl1pPr>
            <a:lvl2pPr marL="638110" indent="0">
              <a:buNone/>
              <a:defRPr sz="3910"/>
            </a:lvl2pPr>
            <a:lvl3pPr marL="1276219" indent="0">
              <a:buNone/>
              <a:defRPr sz="3351"/>
            </a:lvl3pPr>
            <a:lvl4pPr marL="1914326" indent="0">
              <a:buNone/>
              <a:defRPr sz="2792"/>
            </a:lvl4pPr>
            <a:lvl5pPr marL="2552435" indent="0">
              <a:buNone/>
              <a:defRPr sz="2792"/>
            </a:lvl5pPr>
            <a:lvl6pPr marL="3190547" indent="0">
              <a:buNone/>
              <a:defRPr sz="2792"/>
            </a:lvl6pPr>
            <a:lvl7pPr marL="3828654" indent="0">
              <a:buNone/>
              <a:defRPr sz="2792"/>
            </a:lvl7pPr>
            <a:lvl8pPr marL="4466766" indent="0">
              <a:buNone/>
              <a:defRPr sz="2792"/>
            </a:lvl8pPr>
            <a:lvl9pPr marL="5104875" indent="0">
              <a:buNone/>
              <a:defRPr sz="2792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46197" y="10143288"/>
            <a:ext cx="6263640" cy="1521038"/>
          </a:xfrm>
        </p:spPr>
        <p:txBody>
          <a:bodyPr/>
          <a:lstStyle>
            <a:lvl1pPr marL="0" indent="0">
              <a:buNone/>
              <a:defRPr sz="1955"/>
            </a:lvl1pPr>
            <a:lvl2pPr marL="638110" indent="0">
              <a:buNone/>
              <a:defRPr sz="1677"/>
            </a:lvl2pPr>
            <a:lvl3pPr marL="1276219" indent="0">
              <a:buNone/>
              <a:defRPr sz="1396"/>
            </a:lvl3pPr>
            <a:lvl4pPr marL="1914326" indent="0">
              <a:buNone/>
              <a:defRPr sz="1257"/>
            </a:lvl4pPr>
            <a:lvl5pPr marL="2552435" indent="0">
              <a:buNone/>
              <a:defRPr sz="1257"/>
            </a:lvl5pPr>
            <a:lvl6pPr marL="3190547" indent="0">
              <a:buNone/>
              <a:defRPr sz="1257"/>
            </a:lvl6pPr>
            <a:lvl7pPr marL="3828654" indent="0">
              <a:buNone/>
              <a:defRPr sz="1257"/>
            </a:lvl7pPr>
            <a:lvl8pPr marL="4466766" indent="0">
              <a:buNone/>
              <a:defRPr sz="1257"/>
            </a:lvl8pPr>
            <a:lvl9pPr marL="5104875" indent="0">
              <a:buNone/>
              <a:defRPr sz="12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0F4EEB-832F-466B-B0EB-27E9F6105D35}" type="datetimeFigureOut">
              <a:rPr lang="en-US"/>
              <a:pPr>
                <a:defRPr/>
              </a:pPr>
              <a:t>1/23/2023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0EB6B8-2378-4CEE-9655-8D7125C45783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C1DA82-9206-4CB3-B425-AF529F8EABDE}" type="datetimeFigureOut">
              <a:rPr lang="en-US"/>
              <a:pPr>
                <a:defRPr/>
              </a:pPr>
              <a:t>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771626-6831-4B8E-BFD7-A6F54F8FDA03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68567" y="519032"/>
            <a:ext cx="2348866" cy="110582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1977" y="519032"/>
            <a:ext cx="6872605" cy="110582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34ACE3-B44D-43B1-8A87-6036067EF39B}" type="datetimeFigureOut">
              <a:rPr lang="en-US"/>
              <a:pPr>
                <a:defRPr/>
              </a:pPr>
              <a:t>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26E944-47D4-4492-9431-ED8C9EFAA5D7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521977" y="519775"/>
            <a:ext cx="9395462" cy="2160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88" tIns="45694" rIns="91388" bIns="4569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21977" y="3024087"/>
            <a:ext cx="9395462" cy="8552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88" tIns="45694" rIns="91388" bIns="456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1975" y="12013079"/>
            <a:ext cx="2435859" cy="688518"/>
          </a:xfrm>
          <a:prstGeom prst="rect">
            <a:avLst/>
          </a:prstGeom>
        </p:spPr>
        <p:txBody>
          <a:bodyPr vert="horz" wrap="square" lIns="91388" tIns="45694" rIns="91388" bIns="45694" numCol="1" anchor="ctr" anchorCtr="0" compatLnSpc="1">
            <a:prstTxWarp prst="textNoShape">
              <a:avLst/>
            </a:prstTxWarp>
          </a:bodyPr>
          <a:lstStyle>
            <a:lvl1pPr>
              <a:defRPr sz="1677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0088B62E-29E3-408C-865C-7A4C3DCDEC70}" type="datetimeFigureOut">
              <a:rPr lang="en-US"/>
              <a:pPr>
                <a:defRPr/>
              </a:pPr>
              <a:t>1/23/2023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66802" y="12013079"/>
            <a:ext cx="3305812" cy="688518"/>
          </a:xfrm>
          <a:prstGeom prst="rect">
            <a:avLst/>
          </a:prstGeom>
        </p:spPr>
        <p:txBody>
          <a:bodyPr vert="horz" wrap="square" lIns="91388" tIns="45694" rIns="91388" bIns="45694" numCol="1" anchor="ctr" anchorCtr="0" compatLnSpc="1">
            <a:prstTxWarp prst="textNoShape">
              <a:avLst/>
            </a:prstTxWarp>
          </a:bodyPr>
          <a:lstStyle>
            <a:lvl1pPr algn="ctr">
              <a:defRPr sz="1677" dirty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81577" y="12013079"/>
            <a:ext cx="2435859" cy="688518"/>
          </a:xfrm>
          <a:prstGeom prst="rect">
            <a:avLst/>
          </a:prstGeom>
        </p:spPr>
        <p:txBody>
          <a:bodyPr vert="horz" wrap="square" lIns="91388" tIns="45694" rIns="91388" bIns="45694" numCol="1" anchor="ctr" anchorCtr="0" compatLnSpc="1">
            <a:prstTxWarp prst="textNoShape">
              <a:avLst/>
            </a:prstTxWarp>
          </a:bodyPr>
          <a:lstStyle>
            <a:lvl1pPr algn="r">
              <a:defRPr sz="1677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E61A19E1-C7E2-4402-9F2F-76CC559DE0B4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6144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6144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6144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6144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6144">
          <a:solidFill>
            <a:schemeClr val="tx1"/>
          </a:solidFill>
          <a:latin typeface="Calibri" pitchFamily="34" charset="0"/>
        </a:defRPr>
      </a:lvl5pPr>
      <a:lvl6pPr marL="638110" algn="ctr" rtl="0" fontAlgn="base">
        <a:spcBef>
          <a:spcPct val="0"/>
        </a:spcBef>
        <a:spcAft>
          <a:spcPct val="0"/>
        </a:spcAft>
        <a:defRPr sz="6144">
          <a:solidFill>
            <a:schemeClr val="tx1"/>
          </a:solidFill>
          <a:latin typeface="Calibri" pitchFamily="34" charset="0"/>
        </a:defRPr>
      </a:lvl6pPr>
      <a:lvl7pPr marL="1276219" algn="ctr" rtl="0" fontAlgn="base">
        <a:spcBef>
          <a:spcPct val="0"/>
        </a:spcBef>
        <a:spcAft>
          <a:spcPct val="0"/>
        </a:spcAft>
        <a:defRPr sz="6144">
          <a:solidFill>
            <a:schemeClr val="tx1"/>
          </a:solidFill>
          <a:latin typeface="Calibri" pitchFamily="34" charset="0"/>
        </a:defRPr>
      </a:lvl7pPr>
      <a:lvl8pPr marL="1914326" algn="ctr" rtl="0" fontAlgn="base">
        <a:spcBef>
          <a:spcPct val="0"/>
        </a:spcBef>
        <a:spcAft>
          <a:spcPct val="0"/>
        </a:spcAft>
        <a:defRPr sz="6144">
          <a:solidFill>
            <a:schemeClr val="tx1"/>
          </a:solidFill>
          <a:latin typeface="Calibri" pitchFamily="34" charset="0"/>
        </a:defRPr>
      </a:lvl8pPr>
      <a:lvl9pPr marL="2552435" algn="ctr" rtl="0" fontAlgn="base">
        <a:spcBef>
          <a:spcPct val="0"/>
        </a:spcBef>
        <a:spcAft>
          <a:spcPct val="0"/>
        </a:spcAft>
        <a:defRPr sz="6144">
          <a:solidFill>
            <a:schemeClr val="tx1"/>
          </a:solidFill>
          <a:latin typeface="Calibri" pitchFamily="34" charset="0"/>
        </a:defRPr>
      </a:lvl9pPr>
    </p:titleStyle>
    <p:bodyStyle>
      <a:lvl1pPr marL="474421" indent="-47442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1pPr>
      <a:lvl2pPr marL="1033086" indent="-39461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910" kern="1200">
          <a:solidFill>
            <a:schemeClr val="tx1"/>
          </a:solidFill>
          <a:latin typeface="+mn-lt"/>
          <a:ea typeface="+mn-ea"/>
          <a:cs typeface="+mn-cs"/>
        </a:defRPr>
      </a:lvl2pPr>
      <a:lvl3pPr marL="1591749" indent="-31480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351" kern="1200">
          <a:solidFill>
            <a:schemeClr val="tx1"/>
          </a:solidFill>
          <a:latin typeface="+mn-lt"/>
          <a:ea typeface="+mn-ea"/>
          <a:cs typeface="+mn-cs"/>
        </a:defRPr>
      </a:lvl3pPr>
      <a:lvl4pPr marL="2230224" indent="-31480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792" kern="1200">
          <a:solidFill>
            <a:schemeClr val="tx1"/>
          </a:solidFill>
          <a:latin typeface="+mn-lt"/>
          <a:ea typeface="+mn-ea"/>
          <a:cs typeface="+mn-cs"/>
        </a:defRPr>
      </a:lvl4pPr>
      <a:lvl5pPr marL="2868697" indent="-31480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792" kern="1200">
          <a:solidFill>
            <a:schemeClr val="tx1"/>
          </a:solidFill>
          <a:latin typeface="+mn-lt"/>
          <a:ea typeface="+mn-ea"/>
          <a:cs typeface="+mn-cs"/>
        </a:defRPr>
      </a:lvl5pPr>
      <a:lvl6pPr marL="3509603" indent="-319054" algn="l" defTabSz="1276219" rtl="0" eaLnBrk="1" latinLnBrk="0" hangingPunct="1">
        <a:spcBef>
          <a:spcPct val="20000"/>
        </a:spcBef>
        <a:buFont typeface="Arial" pitchFamily="34" charset="0"/>
        <a:buChar char="•"/>
        <a:defRPr sz="2792" kern="1200">
          <a:solidFill>
            <a:schemeClr val="tx1"/>
          </a:solidFill>
          <a:latin typeface="+mn-lt"/>
          <a:ea typeface="+mn-ea"/>
          <a:cs typeface="+mn-cs"/>
        </a:defRPr>
      </a:lvl6pPr>
      <a:lvl7pPr marL="4147710" indent="-319054" algn="l" defTabSz="1276219" rtl="0" eaLnBrk="1" latinLnBrk="0" hangingPunct="1">
        <a:spcBef>
          <a:spcPct val="20000"/>
        </a:spcBef>
        <a:buFont typeface="Arial" pitchFamily="34" charset="0"/>
        <a:buChar char="•"/>
        <a:defRPr sz="2792" kern="1200">
          <a:solidFill>
            <a:schemeClr val="tx1"/>
          </a:solidFill>
          <a:latin typeface="+mn-lt"/>
          <a:ea typeface="+mn-ea"/>
          <a:cs typeface="+mn-cs"/>
        </a:defRPr>
      </a:lvl7pPr>
      <a:lvl8pPr marL="4785820" indent="-319054" algn="l" defTabSz="1276219" rtl="0" eaLnBrk="1" latinLnBrk="0" hangingPunct="1">
        <a:spcBef>
          <a:spcPct val="20000"/>
        </a:spcBef>
        <a:buFont typeface="Arial" pitchFamily="34" charset="0"/>
        <a:buChar char="•"/>
        <a:defRPr sz="2792" kern="1200">
          <a:solidFill>
            <a:schemeClr val="tx1"/>
          </a:solidFill>
          <a:latin typeface="+mn-lt"/>
          <a:ea typeface="+mn-ea"/>
          <a:cs typeface="+mn-cs"/>
        </a:defRPr>
      </a:lvl8pPr>
      <a:lvl9pPr marL="5423930" indent="-319054" algn="l" defTabSz="1276219" rtl="0" eaLnBrk="1" latinLnBrk="0" hangingPunct="1">
        <a:spcBef>
          <a:spcPct val="20000"/>
        </a:spcBef>
        <a:buFont typeface="Arial" pitchFamily="34" charset="0"/>
        <a:buChar char="•"/>
        <a:defRPr sz="27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76219" rtl="0" eaLnBrk="1" latinLnBrk="0" hangingPunct="1">
        <a:defRPr sz="2513" kern="1200">
          <a:solidFill>
            <a:schemeClr val="tx1"/>
          </a:solidFill>
          <a:latin typeface="+mn-lt"/>
          <a:ea typeface="+mn-ea"/>
          <a:cs typeface="+mn-cs"/>
        </a:defRPr>
      </a:lvl1pPr>
      <a:lvl2pPr marL="638110" algn="l" defTabSz="1276219" rtl="0" eaLnBrk="1" latinLnBrk="0" hangingPunct="1">
        <a:defRPr sz="2513" kern="1200">
          <a:solidFill>
            <a:schemeClr val="tx1"/>
          </a:solidFill>
          <a:latin typeface="+mn-lt"/>
          <a:ea typeface="+mn-ea"/>
          <a:cs typeface="+mn-cs"/>
        </a:defRPr>
      </a:lvl2pPr>
      <a:lvl3pPr marL="1276219" algn="l" defTabSz="1276219" rtl="0" eaLnBrk="1" latinLnBrk="0" hangingPunct="1">
        <a:defRPr sz="2513" kern="1200">
          <a:solidFill>
            <a:schemeClr val="tx1"/>
          </a:solidFill>
          <a:latin typeface="+mn-lt"/>
          <a:ea typeface="+mn-ea"/>
          <a:cs typeface="+mn-cs"/>
        </a:defRPr>
      </a:lvl3pPr>
      <a:lvl4pPr marL="1914326" algn="l" defTabSz="1276219" rtl="0" eaLnBrk="1" latinLnBrk="0" hangingPunct="1">
        <a:defRPr sz="2513" kern="1200">
          <a:solidFill>
            <a:schemeClr val="tx1"/>
          </a:solidFill>
          <a:latin typeface="+mn-lt"/>
          <a:ea typeface="+mn-ea"/>
          <a:cs typeface="+mn-cs"/>
        </a:defRPr>
      </a:lvl4pPr>
      <a:lvl5pPr marL="2552435" algn="l" defTabSz="1276219" rtl="0" eaLnBrk="1" latinLnBrk="0" hangingPunct="1">
        <a:defRPr sz="2513" kern="1200">
          <a:solidFill>
            <a:schemeClr val="tx1"/>
          </a:solidFill>
          <a:latin typeface="+mn-lt"/>
          <a:ea typeface="+mn-ea"/>
          <a:cs typeface="+mn-cs"/>
        </a:defRPr>
      </a:lvl5pPr>
      <a:lvl6pPr marL="3190547" algn="l" defTabSz="1276219" rtl="0" eaLnBrk="1" latinLnBrk="0" hangingPunct="1">
        <a:defRPr sz="2513" kern="1200">
          <a:solidFill>
            <a:schemeClr val="tx1"/>
          </a:solidFill>
          <a:latin typeface="+mn-lt"/>
          <a:ea typeface="+mn-ea"/>
          <a:cs typeface="+mn-cs"/>
        </a:defRPr>
      </a:lvl6pPr>
      <a:lvl7pPr marL="3828654" algn="l" defTabSz="1276219" rtl="0" eaLnBrk="1" latinLnBrk="0" hangingPunct="1">
        <a:defRPr sz="2513" kern="1200">
          <a:solidFill>
            <a:schemeClr val="tx1"/>
          </a:solidFill>
          <a:latin typeface="+mn-lt"/>
          <a:ea typeface="+mn-ea"/>
          <a:cs typeface="+mn-cs"/>
        </a:defRPr>
      </a:lvl7pPr>
      <a:lvl8pPr marL="4466766" algn="l" defTabSz="1276219" rtl="0" eaLnBrk="1" latinLnBrk="0" hangingPunct="1">
        <a:defRPr sz="2513" kern="1200">
          <a:solidFill>
            <a:schemeClr val="tx1"/>
          </a:solidFill>
          <a:latin typeface="+mn-lt"/>
          <a:ea typeface="+mn-ea"/>
          <a:cs typeface="+mn-cs"/>
        </a:defRPr>
      </a:lvl8pPr>
      <a:lvl9pPr marL="5104875" algn="l" defTabSz="1276219" rtl="0" eaLnBrk="1" latinLnBrk="0" hangingPunct="1">
        <a:defRPr sz="25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5"/>
          <p:cNvSpPr>
            <a:spLocks noChangeArrowheads="1"/>
          </p:cNvSpPr>
          <p:nvPr/>
        </p:nvSpPr>
        <p:spPr bwMode="auto">
          <a:xfrm>
            <a:off x="380399" y="4945721"/>
            <a:ext cx="1398905" cy="6650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27625" tIns="63813" rIns="127625" bIns="63813" anchor="ctr"/>
          <a:lstStyle/>
          <a:p>
            <a:pPr algn="ctr"/>
            <a:r>
              <a:rPr lang="es-MX" sz="1200" dirty="0"/>
              <a:t>Canon Mexicana</a:t>
            </a:r>
            <a:endParaRPr lang="en-US" sz="1200" dirty="0"/>
          </a:p>
        </p:txBody>
      </p:sp>
      <p:sp>
        <p:nvSpPr>
          <p:cNvPr id="2055" name="Text Box 190"/>
          <p:cNvSpPr txBox="1">
            <a:spLocks noChangeArrowheads="1"/>
          </p:cNvSpPr>
          <p:nvPr/>
        </p:nvSpPr>
        <p:spPr bwMode="auto">
          <a:xfrm>
            <a:off x="238042" y="6435204"/>
            <a:ext cx="1525274" cy="25910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>
              <a:spcBef>
                <a:spcPct val="50000"/>
              </a:spcBef>
            </a:pPr>
            <a:r>
              <a:rPr lang="es-MX" sz="1000" dirty="0"/>
              <a:t>Level Description:</a:t>
            </a:r>
          </a:p>
          <a:p>
            <a:pPr>
              <a:spcBef>
                <a:spcPct val="50000"/>
              </a:spcBef>
            </a:pPr>
            <a:r>
              <a:rPr lang="en-US" sz="1000" dirty="0"/>
              <a:t>(P) President</a:t>
            </a:r>
          </a:p>
          <a:p>
            <a:pPr>
              <a:spcBef>
                <a:spcPct val="50000"/>
              </a:spcBef>
            </a:pPr>
            <a:r>
              <a:rPr lang="en-US" sz="1000" dirty="0"/>
              <a:t>(VP) Vice President</a:t>
            </a:r>
          </a:p>
          <a:p>
            <a:pPr>
              <a:spcBef>
                <a:spcPct val="50000"/>
              </a:spcBef>
            </a:pPr>
            <a:r>
              <a:rPr lang="es-MX" sz="1000" dirty="0"/>
              <a:t>(SD) Senior Director</a:t>
            </a:r>
          </a:p>
          <a:p>
            <a:pPr>
              <a:spcBef>
                <a:spcPct val="50000"/>
              </a:spcBef>
            </a:pPr>
            <a:r>
              <a:rPr lang="es-MX" sz="1000" b="1" dirty="0">
                <a:solidFill>
                  <a:schemeClr val="accent1"/>
                </a:solidFill>
              </a:rPr>
              <a:t>(SF) Senior </a:t>
            </a:r>
            <a:r>
              <a:rPr lang="es-MX" sz="1000" b="1" dirty="0" err="1">
                <a:solidFill>
                  <a:schemeClr val="accent1"/>
                </a:solidFill>
              </a:rPr>
              <a:t>Fellow</a:t>
            </a:r>
            <a:endParaRPr lang="es-MX" sz="1000" b="1" dirty="0">
              <a:solidFill>
                <a:schemeClr val="accent1"/>
              </a:solidFill>
            </a:endParaRPr>
          </a:p>
          <a:p>
            <a:pPr>
              <a:spcBef>
                <a:spcPct val="50000"/>
              </a:spcBef>
            </a:pPr>
            <a:r>
              <a:rPr lang="es-MX" sz="1000" dirty="0"/>
              <a:t>(D) Director</a:t>
            </a:r>
          </a:p>
          <a:p>
            <a:pPr>
              <a:spcBef>
                <a:spcPct val="50000"/>
              </a:spcBef>
            </a:pPr>
            <a:r>
              <a:rPr lang="es-MX" sz="1000" dirty="0"/>
              <a:t>(SM) Senior Manager</a:t>
            </a:r>
          </a:p>
          <a:p>
            <a:pPr>
              <a:spcBef>
                <a:spcPct val="50000"/>
              </a:spcBef>
            </a:pPr>
            <a:r>
              <a:rPr lang="es-MX" sz="1000" dirty="0"/>
              <a:t>(M) Manager</a:t>
            </a:r>
          </a:p>
          <a:p>
            <a:pPr marL="228600" indent="-228600">
              <a:spcBef>
                <a:spcPct val="50000"/>
              </a:spcBef>
              <a:buAutoNum type="alphaUcParenBoth"/>
            </a:pPr>
            <a:r>
              <a:rPr lang="es-MX" sz="1000" dirty="0"/>
              <a:t>Advisor</a:t>
            </a:r>
          </a:p>
          <a:p>
            <a:pPr>
              <a:spcBef>
                <a:spcPct val="50000"/>
              </a:spcBef>
            </a:pPr>
            <a:r>
              <a:rPr lang="es-MX" sz="1000" dirty="0"/>
              <a:t>(H)  Head</a:t>
            </a:r>
          </a:p>
          <a:p>
            <a:pPr marL="228600" indent="-228600">
              <a:spcBef>
                <a:spcPct val="50000"/>
              </a:spcBef>
              <a:buAutoNum type="alphaUcParenBoth"/>
            </a:pPr>
            <a:endParaRPr lang="es-MX" sz="1000" dirty="0"/>
          </a:p>
        </p:txBody>
      </p:sp>
      <p:sp>
        <p:nvSpPr>
          <p:cNvPr id="2056" name="Text Box 66"/>
          <p:cNvSpPr txBox="1">
            <a:spLocks noChangeArrowheads="1"/>
          </p:cNvSpPr>
          <p:nvPr/>
        </p:nvSpPr>
        <p:spPr bwMode="auto">
          <a:xfrm>
            <a:off x="356238" y="4649874"/>
            <a:ext cx="1538574" cy="31353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MX" sz="1200" dirty="0"/>
              <a:t>M. Takagi (P)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54890" y="3736126"/>
            <a:ext cx="2669578" cy="16887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Corporate Communications</a:t>
            </a: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058" name="TextBox 55"/>
          <p:cNvSpPr txBox="1">
            <a:spLocks noChangeArrowheads="1"/>
          </p:cNvSpPr>
          <p:nvPr/>
        </p:nvSpPr>
        <p:spPr bwMode="auto">
          <a:xfrm>
            <a:off x="8269862" y="977359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E. López (SM)</a:t>
            </a:r>
            <a:endParaRPr lang="en-US" sz="1000" dirty="0"/>
          </a:p>
        </p:txBody>
      </p:sp>
      <p:sp>
        <p:nvSpPr>
          <p:cNvPr id="2059" name="TextBox 57"/>
          <p:cNvSpPr txBox="1">
            <a:spLocks noChangeArrowheads="1"/>
          </p:cNvSpPr>
          <p:nvPr/>
        </p:nvSpPr>
        <p:spPr bwMode="auto">
          <a:xfrm>
            <a:off x="3213004" y="1503445"/>
            <a:ext cx="2452310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r>
              <a:rPr lang="es-MX" sz="1000" dirty="0"/>
              <a:t>T. Shigemoto (D)</a:t>
            </a:r>
          </a:p>
        </p:txBody>
      </p:sp>
      <p:sp>
        <p:nvSpPr>
          <p:cNvPr id="2060" name="TextBox 59"/>
          <p:cNvSpPr txBox="1">
            <a:spLocks noChangeArrowheads="1"/>
          </p:cNvSpPr>
          <p:nvPr/>
        </p:nvSpPr>
        <p:spPr bwMode="auto">
          <a:xfrm>
            <a:off x="8277621" y="1668815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M. Martínez (M)</a:t>
            </a:r>
            <a:endParaRPr lang="en-US" sz="1000" dirty="0"/>
          </a:p>
        </p:txBody>
      </p:sp>
      <p:sp>
        <p:nvSpPr>
          <p:cNvPr id="2061" name="TextBox 61"/>
          <p:cNvSpPr txBox="1">
            <a:spLocks noChangeArrowheads="1"/>
          </p:cNvSpPr>
          <p:nvPr/>
        </p:nvSpPr>
        <p:spPr bwMode="auto">
          <a:xfrm>
            <a:off x="8279180" y="2046509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G. García (M)</a:t>
            </a:r>
            <a:endParaRPr lang="en-US" sz="1000" dirty="0"/>
          </a:p>
        </p:txBody>
      </p:sp>
      <p:sp>
        <p:nvSpPr>
          <p:cNvPr id="69" name="Rectangle 68"/>
          <p:cNvSpPr/>
          <p:nvPr/>
        </p:nvSpPr>
        <p:spPr>
          <a:xfrm>
            <a:off x="5660532" y="3122443"/>
            <a:ext cx="2669578" cy="17093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General Affairs</a:t>
            </a: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5654890" y="3547040"/>
            <a:ext cx="2669578" cy="16887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Legal</a:t>
            </a: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3617983" y="1730862"/>
            <a:ext cx="1659059" cy="18601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 Accounting</a:t>
            </a:r>
            <a:endParaRPr lang="en-US" sz="10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2248202" y="3917896"/>
            <a:ext cx="1065271" cy="18601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Administration</a:t>
            </a:r>
            <a:endParaRPr lang="en-US" sz="10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068" name="TextBox 129"/>
          <p:cNvSpPr txBox="1">
            <a:spLocks noChangeArrowheads="1"/>
          </p:cNvSpPr>
          <p:nvPr/>
        </p:nvSpPr>
        <p:spPr bwMode="auto">
          <a:xfrm>
            <a:off x="8279180" y="3070621"/>
            <a:ext cx="1483097" cy="436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P. Monterrubio (M)</a:t>
            </a:r>
            <a:endParaRPr lang="en-US" sz="1000" dirty="0"/>
          </a:p>
          <a:p>
            <a:endParaRPr lang="en-US" sz="1000" dirty="0"/>
          </a:p>
        </p:txBody>
      </p:sp>
      <p:sp>
        <p:nvSpPr>
          <p:cNvPr id="186" name="Rectangle 185"/>
          <p:cNvSpPr/>
          <p:nvPr/>
        </p:nvSpPr>
        <p:spPr>
          <a:xfrm>
            <a:off x="5654890" y="1727647"/>
            <a:ext cx="2671117" cy="16887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Accounting </a:t>
            </a: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 </a:t>
            </a:r>
            <a:endParaRPr lang="es-E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48" name="Rectangle 247"/>
          <p:cNvSpPr/>
          <p:nvPr/>
        </p:nvSpPr>
        <p:spPr>
          <a:xfrm>
            <a:off x="5661314" y="2946088"/>
            <a:ext cx="2669578" cy="16887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Distribution</a:t>
            </a:r>
            <a:r>
              <a:rPr lang="en-US" sz="900" b="1" dirty="0">
                <a:solidFill>
                  <a:schemeClr val="accent1"/>
                </a:solidFill>
                <a:latin typeface="Arial" charset="0"/>
                <a:cs typeface="Arial" charset="0"/>
              </a:rPr>
              <a:t> </a:t>
            </a: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Center</a:t>
            </a:r>
            <a:endParaRPr lang="es-E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01" name="Rectangle 185"/>
          <p:cNvSpPr/>
          <p:nvPr/>
        </p:nvSpPr>
        <p:spPr>
          <a:xfrm>
            <a:off x="5672126" y="1027499"/>
            <a:ext cx="2669578" cy="17093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Internal Audit</a:t>
            </a:r>
            <a:endParaRPr lang="es-E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073" name="TextBox 129"/>
          <p:cNvSpPr txBox="1">
            <a:spLocks noChangeArrowheads="1"/>
          </p:cNvSpPr>
          <p:nvPr/>
        </p:nvSpPr>
        <p:spPr bwMode="auto">
          <a:xfrm>
            <a:off x="8289133" y="3671863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P. Monterrubio (M)</a:t>
            </a:r>
            <a:endParaRPr lang="en-US" sz="1000" dirty="0"/>
          </a:p>
        </p:txBody>
      </p:sp>
      <p:sp>
        <p:nvSpPr>
          <p:cNvPr id="2074" name="TextBox 129"/>
          <p:cNvSpPr txBox="1">
            <a:spLocks noChangeArrowheads="1"/>
          </p:cNvSpPr>
          <p:nvPr/>
        </p:nvSpPr>
        <p:spPr bwMode="auto">
          <a:xfrm>
            <a:off x="8301338" y="3892116"/>
            <a:ext cx="1873595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E. García (M)</a:t>
            </a:r>
            <a:endParaRPr lang="en-US" sz="1000" dirty="0"/>
          </a:p>
        </p:txBody>
      </p:sp>
      <p:sp>
        <p:nvSpPr>
          <p:cNvPr id="155" name="Rectangle 154"/>
          <p:cNvSpPr/>
          <p:nvPr/>
        </p:nvSpPr>
        <p:spPr>
          <a:xfrm>
            <a:off x="3623606" y="2864212"/>
            <a:ext cx="1659059" cy="18601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Logistics</a:t>
            </a:r>
            <a:endParaRPr lang="en-US" sz="10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177" name="Rectangle 154"/>
          <p:cNvSpPr/>
          <p:nvPr/>
        </p:nvSpPr>
        <p:spPr>
          <a:xfrm>
            <a:off x="3636944" y="3481851"/>
            <a:ext cx="1659059" cy="18601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Administration</a:t>
            </a:r>
            <a:endParaRPr lang="en-US" sz="10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079" name="TextBox 129"/>
          <p:cNvSpPr txBox="1">
            <a:spLocks noChangeArrowheads="1"/>
          </p:cNvSpPr>
          <p:nvPr/>
        </p:nvSpPr>
        <p:spPr bwMode="auto">
          <a:xfrm>
            <a:off x="8280293" y="3284784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Y. Burkhardt (M)</a:t>
            </a:r>
            <a:endParaRPr lang="en-US" sz="1000" dirty="0"/>
          </a:p>
        </p:txBody>
      </p:sp>
      <p:sp>
        <p:nvSpPr>
          <p:cNvPr id="174" name="Rectangle 247"/>
          <p:cNvSpPr/>
          <p:nvPr/>
        </p:nvSpPr>
        <p:spPr>
          <a:xfrm>
            <a:off x="5661996" y="2740740"/>
            <a:ext cx="2670434" cy="16887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Traffic</a:t>
            </a: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 </a:t>
            </a:r>
            <a:endParaRPr lang="es-E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081" name="TextBox 63"/>
          <p:cNvSpPr txBox="1">
            <a:spLocks noChangeArrowheads="1"/>
          </p:cNvSpPr>
          <p:nvPr/>
        </p:nvSpPr>
        <p:spPr bwMode="auto">
          <a:xfrm>
            <a:off x="8269890" y="2683274"/>
            <a:ext cx="1990370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O. Muñoz (SM) / H. Noda (A)</a:t>
            </a:r>
          </a:p>
        </p:txBody>
      </p:sp>
      <p:sp>
        <p:nvSpPr>
          <p:cNvPr id="2082" name="TextBox 57"/>
          <p:cNvSpPr txBox="1">
            <a:spLocks noChangeArrowheads="1"/>
          </p:cNvSpPr>
          <p:nvPr/>
        </p:nvSpPr>
        <p:spPr bwMode="auto">
          <a:xfrm>
            <a:off x="2246724" y="3671863"/>
            <a:ext cx="1172776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r>
              <a:rPr lang="es-MX" sz="1000" dirty="0"/>
              <a:t>C. Mejia (VP)</a:t>
            </a:r>
            <a:endParaRPr lang="en-US" sz="1000" dirty="0"/>
          </a:p>
        </p:txBody>
      </p:sp>
      <p:sp>
        <p:nvSpPr>
          <p:cNvPr id="224" name="Rectangle 68"/>
          <p:cNvSpPr/>
          <p:nvPr/>
        </p:nvSpPr>
        <p:spPr>
          <a:xfrm>
            <a:off x="5654890" y="3954203"/>
            <a:ext cx="2669578" cy="16887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Human Resources</a:t>
            </a: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084" name="Text Box 66"/>
          <p:cNvSpPr txBox="1">
            <a:spLocks noChangeArrowheads="1"/>
          </p:cNvSpPr>
          <p:nvPr/>
        </p:nvSpPr>
        <p:spPr bwMode="auto">
          <a:xfrm>
            <a:off x="3948948" y="3244859"/>
            <a:ext cx="1073013" cy="28276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MX" sz="1000" dirty="0"/>
              <a:t>C. Mejía (VP)</a:t>
            </a:r>
          </a:p>
        </p:txBody>
      </p:sp>
      <p:cxnSp>
        <p:nvCxnSpPr>
          <p:cNvPr id="279" name="Elbow Connector 278"/>
          <p:cNvCxnSpPr>
            <a:cxnSpLocks/>
            <a:stCxn id="155" idx="3"/>
            <a:endCxn id="174" idx="1"/>
          </p:cNvCxnSpPr>
          <p:nvPr/>
        </p:nvCxnSpPr>
        <p:spPr>
          <a:xfrm flipV="1">
            <a:off x="5282665" y="2825177"/>
            <a:ext cx="379331" cy="13204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5" name="Elbow Connector 284"/>
          <p:cNvCxnSpPr>
            <a:stCxn id="155" idx="3"/>
            <a:endCxn id="248" idx="1"/>
          </p:cNvCxnSpPr>
          <p:nvPr/>
        </p:nvCxnSpPr>
        <p:spPr>
          <a:xfrm>
            <a:off x="5282667" y="2957221"/>
            <a:ext cx="378641" cy="7330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4" name="Elbow Connector 293"/>
          <p:cNvCxnSpPr>
            <a:stCxn id="177" idx="3"/>
            <a:endCxn id="69" idx="1"/>
          </p:cNvCxnSpPr>
          <p:nvPr/>
        </p:nvCxnSpPr>
        <p:spPr>
          <a:xfrm flipV="1">
            <a:off x="5296003" y="3207910"/>
            <a:ext cx="364529" cy="36694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6" name="Elbow Connector 295"/>
          <p:cNvCxnSpPr>
            <a:stCxn id="177" idx="3"/>
            <a:endCxn id="71" idx="1"/>
          </p:cNvCxnSpPr>
          <p:nvPr/>
        </p:nvCxnSpPr>
        <p:spPr>
          <a:xfrm>
            <a:off x="5296003" y="3574859"/>
            <a:ext cx="358887" cy="5661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8" name="Elbow Connector 297"/>
          <p:cNvCxnSpPr>
            <a:stCxn id="177" idx="3"/>
            <a:endCxn id="37" idx="1"/>
          </p:cNvCxnSpPr>
          <p:nvPr/>
        </p:nvCxnSpPr>
        <p:spPr>
          <a:xfrm>
            <a:off x="5296003" y="3574859"/>
            <a:ext cx="358887" cy="24570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6" name="Rectangle 123"/>
          <p:cNvSpPr/>
          <p:nvPr/>
        </p:nvSpPr>
        <p:spPr>
          <a:xfrm>
            <a:off x="3654318" y="6190401"/>
            <a:ext cx="1659059" cy="424800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1000" dirty="0">
                <a:solidFill>
                  <a:schemeClr val="tx1"/>
                </a:solidFill>
                <a:latin typeface="Arial" charset="0"/>
                <a:cs typeface="Arial" charset="0"/>
              </a:rPr>
              <a:t>New Business Sales Mkt</a:t>
            </a:r>
          </a:p>
        </p:txBody>
      </p:sp>
      <p:sp>
        <p:nvSpPr>
          <p:cNvPr id="379" name="Rectangle 378"/>
          <p:cNvSpPr/>
          <p:nvPr/>
        </p:nvSpPr>
        <p:spPr>
          <a:xfrm>
            <a:off x="5642562" y="6192143"/>
            <a:ext cx="2669578" cy="17093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Camera Loyalty &amp; Contents Creation</a:t>
            </a:r>
          </a:p>
        </p:txBody>
      </p:sp>
      <p:sp>
        <p:nvSpPr>
          <p:cNvPr id="444" name="Rectangle 123"/>
          <p:cNvSpPr/>
          <p:nvPr/>
        </p:nvSpPr>
        <p:spPr>
          <a:xfrm>
            <a:off x="3547543" y="11575903"/>
            <a:ext cx="1709773" cy="34113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1000" dirty="0">
                <a:solidFill>
                  <a:schemeClr val="tx1"/>
                </a:solidFill>
                <a:latin typeface="Arial" charset="0"/>
                <a:cs typeface="Arial" charset="0"/>
              </a:rPr>
              <a:t>Consumer Service &amp; Support</a:t>
            </a:r>
          </a:p>
        </p:txBody>
      </p:sp>
      <p:sp>
        <p:nvSpPr>
          <p:cNvPr id="450" name="Rectangle 449"/>
          <p:cNvSpPr/>
          <p:nvPr/>
        </p:nvSpPr>
        <p:spPr>
          <a:xfrm>
            <a:off x="5662401" y="11668052"/>
            <a:ext cx="2717315" cy="143644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Consumer Service Administration</a:t>
            </a:r>
          </a:p>
        </p:txBody>
      </p:sp>
      <p:sp>
        <p:nvSpPr>
          <p:cNvPr id="2128" name="TextBox 174"/>
          <p:cNvSpPr txBox="1">
            <a:spLocks noChangeArrowheads="1"/>
          </p:cNvSpPr>
          <p:nvPr/>
        </p:nvSpPr>
        <p:spPr bwMode="auto">
          <a:xfrm>
            <a:off x="8298725" y="11604169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C. Rojas (M)</a:t>
            </a:r>
            <a:endParaRPr lang="en-US" sz="1000" dirty="0"/>
          </a:p>
        </p:txBody>
      </p:sp>
      <p:cxnSp>
        <p:nvCxnSpPr>
          <p:cNvPr id="175" name="Elbow Connector 174"/>
          <p:cNvCxnSpPr>
            <a:cxnSpLocks/>
            <a:stCxn id="177" idx="3"/>
            <a:endCxn id="224" idx="1"/>
          </p:cNvCxnSpPr>
          <p:nvPr/>
        </p:nvCxnSpPr>
        <p:spPr>
          <a:xfrm>
            <a:off x="5296003" y="3574859"/>
            <a:ext cx="358887" cy="46378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9" name="Elbow Connector 188"/>
          <p:cNvCxnSpPr>
            <a:cxnSpLocks/>
            <a:endCxn id="465" idx="1"/>
          </p:cNvCxnSpPr>
          <p:nvPr/>
        </p:nvCxnSpPr>
        <p:spPr>
          <a:xfrm rot="16200000" flipH="1">
            <a:off x="-1684614" y="8413825"/>
            <a:ext cx="7558412" cy="345560"/>
          </a:xfrm>
          <a:prstGeom prst="bentConnector2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9" name="Rectangle 178"/>
          <p:cNvSpPr/>
          <p:nvPr/>
        </p:nvSpPr>
        <p:spPr>
          <a:xfrm>
            <a:off x="5641498" y="2081275"/>
            <a:ext cx="2669578" cy="16887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Budget &amp; Treasury</a:t>
            </a:r>
            <a:endParaRPr lang="es-E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cxnSp>
        <p:nvCxnSpPr>
          <p:cNvPr id="262" name="Elbow Connector 261"/>
          <p:cNvCxnSpPr>
            <a:cxnSpLocks/>
            <a:stCxn id="444" idx="3"/>
            <a:endCxn id="450" idx="1"/>
          </p:cNvCxnSpPr>
          <p:nvPr/>
        </p:nvCxnSpPr>
        <p:spPr>
          <a:xfrm flipV="1">
            <a:off x="5257316" y="11739874"/>
            <a:ext cx="405085" cy="659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9" name="Rectangle 218"/>
          <p:cNvSpPr/>
          <p:nvPr/>
        </p:nvSpPr>
        <p:spPr>
          <a:xfrm>
            <a:off x="5514742" y="256660"/>
            <a:ext cx="2822798" cy="17093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New Businesses Steering Committee</a:t>
            </a: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504" name="Rectangle 503"/>
          <p:cNvSpPr/>
          <p:nvPr/>
        </p:nvSpPr>
        <p:spPr>
          <a:xfrm>
            <a:off x="3628371" y="2428079"/>
            <a:ext cx="1659059" cy="18601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Credit &amp; Collection</a:t>
            </a:r>
            <a:endParaRPr lang="en-US" sz="10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511" name="Rectangle 510"/>
          <p:cNvSpPr/>
          <p:nvPr/>
        </p:nvSpPr>
        <p:spPr>
          <a:xfrm>
            <a:off x="5664130" y="2434637"/>
            <a:ext cx="2670434" cy="16887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>
                <a:solidFill>
                  <a:schemeClr val="tx1"/>
                </a:solidFill>
                <a:latin typeface="Arial" charset="0"/>
                <a:cs typeface="Arial" charset="0"/>
              </a:rPr>
              <a:t>Credit &amp; Collection</a:t>
            </a:r>
            <a:endParaRPr lang="es-E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232" name="TextBox 61"/>
          <p:cNvSpPr txBox="1">
            <a:spLocks noChangeArrowheads="1"/>
          </p:cNvSpPr>
          <p:nvPr/>
        </p:nvSpPr>
        <p:spPr bwMode="auto">
          <a:xfrm>
            <a:off x="8269889" y="2379948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D. Torres (M)</a:t>
            </a:r>
            <a:endParaRPr lang="en-US" sz="1000" dirty="0"/>
          </a:p>
        </p:txBody>
      </p:sp>
      <p:sp>
        <p:nvSpPr>
          <p:cNvPr id="2243" name="TextBox 167"/>
          <p:cNvSpPr txBox="1">
            <a:spLocks noChangeArrowheads="1"/>
          </p:cNvSpPr>
          <p:nvPr/>
        </p:nvSpPr>
        <p:spPr bwMode="auto">
          <a:xfrm>
            <a:off x="8275688" y="6120135"/>
            <a:ext cx="1768548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M. Núñez (M) </a:t>
            </a:r>
            <a:endParaRPr lang="en-US" sz="1000" dirty="0"/>
          </a:p>
        </p:txBody>
      </p:sp>
      <p:sp>
        <p:nvSpPr>
          <p:cNvPr id="329" name="Rectangle 328"/>
          <p:cNvSpPr/>
          <p:nvPr/>
        </p:nvSpPr>
        <p:spPr>
          <a:xfrm>
            <a:off x="2237130" y="6235421"/>
            <a:ext cx="1109621" cy="668002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New Business &amp; LAD Marketing</a:t>
            </a:r>
          </a:p>
          <a:p>
            <a:pPr algn="ctr">
              <a:defRPr/>
            </a:pP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 </a:t>
            </a: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252" name="TextBox 55"/>
          <p:cNvSpPr txBox="1">
            <a:spLocks noChangeArrowheads="1"/>
          </p:cNvSpPr>
          <p:nvPr/>
        </p:nvSpPr>
        <p:spPr bwMode="auto">
          <a:xfrm>
            <a:off x="8259388" y="205116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M. Takagi (P)</a:t>
            </a:r>
            <a:endParaRPr lang="en-US" sz="1000" dirty="0"/>
          </a:p>
        </p:txBody>
      </p:sp>
      <p:sp>
        <p:nvSpPr>
          <p:cNvPr id="2253" name="TextBox 55"/>
          <p:cNvSpPr txBox="1">
            <a:spLocks noChangeArrowheads="1"/>
          </p:cNvSpPr>
          <p:nvPr/>
        </p:nvSpPr>
        <p:spPr bwMode="auto">
          <a:xfrm>
            <a:off x="8256482" y="-545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M. Takagi (P)</a:t>
            </a:r>
            <a:endParaRPr lang="en-US" sz="1000" dirty="0"/>
          </a:p>
        </p:txBody>
      </p:sp>
      <p:cxnSp>
        <p:nvCxnSpPr>
          <p:cNvPr id="866" name="Elbow Connector 865"/>
          <p:cNvCxnSpPr>
            <a:cxnSpLocks/>
            <a:stCxn id="212" idx="1"/>
          </p:cNvCxnSpPr>
          <p:nvPr/>
        </p:nvCxnSpPr>
        <p:spPr>
          <a:xfrm rot="10800000" flipV="1">
            <a:off x="1779305" y="136714"/>
            <a:ext cx="3735601" cy="5071340"/>
          </a:xfrm>
          <a:prstGeom prst="bentConnector3">
            <a:avLst>
              <a:gd name="adj1" fmla="val 96189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2" name="Rectangle 211"/>
          <p:cNvSpPr/>
          <p:nvPr/>
        </p:nvSpPr>
        <p:spPr>
          <a:xfrm>
            <a:off x="5514905" y="51247"/>
            <a:ext cx="2823535" cy="17093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Corporate Operation Management Committee</a:t>
            </a: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22" name="TextBox 57"/>
          <p:cNvSpPr txBox="1">
            <a:spLocks noChangeArrowheads="1"/>
          </p:cNvSpPr>
          <p:nvPr/>
        </p:nvSpPr>
        <p:spPr bwMode="auto">
          <a:xfrm>
            <a:off x="3425850" y="2205187"/>
            <a:ext cx="2095048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 anchor="b">
            <a:spAutoFit/>
          </a:bodyPr>
          <a:lstStyle/>
          <a:p>
            <a:pPr algn="ctr"/>
            <a:r>
              <a:rPr lang="es-MX" sz="1000" dirty="0"/>
              <a:t>T. Shigemoto (D)</a:t>
            </a:r>
          </a:p>
        </p:txBody>
      </p:sp>
      <p:sp>
        <p:nvSpPr>
          <p:cNvPr id="718" name="TextBox 717"/>
          <p:cNvSpPr txBox="1"/>
          <p:nvPr/>
        </p:nvSpPr>
        <p:spPr>
          <a:xfrm>
            <a:off x="122867" y="257139"/>
            <a:ext cx="18564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 err="1"/>
              <a:t>January</a:t>
            </a:r>
            <a:r>
              <a:rPr lang="es-MX" sz="1400" b="1" dirty="0"/>
              <a:t>, 2023</a:t>
            </a:r>
          </a:p>
        </p:txBody>
      </p:sp>
      <p:sp>
        <p:nvSpPr>
          <p:cNvPr id="220" name="Rectangle 185"/>
          <p:cNvSpPr/>
          <p:nvPr/>
        </p:nvSpPr>
        <p:spPr>
          <a:xfrm>
            <a:off x="5661310" y="1361065"/>
            <a:ext cx="2671117" cy="16887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Financial Services</a:t>
            </a:r>
            <a:endParaRPr lang="es-E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40" name="Rectangle 239"/>
          <p:cNvSpPr/>
          <p:nvPr/>
        </p:nvSpPr>
        <p:spPr>
          <a:xfrm>
            <a:off x="5654890" y="3337482"/>
            <a:ext cx="2669578" cy="17093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Procurement</a:t>
            </a: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cxnSp>
        <p:nvCxnSpPr>
          <p:cNvPr id="241" name="Elbow Connector 240"/>
          <p:cNvCxnSpPr>
            <a:cxnSpLocks/>
            <a:stCxn id="177" idx="3"/>
            <a:endCxn id="240" idx="1"/>
          </p:cNvCxnSpPr>
          <p:nvPr/>
        </p:nvCxnSpPr>
        <p:spPr>
          <a:xfrm flipV="1">
            <a:off x="5296003" y="3422949"/>
            <a:ext cx="358887" cy="15191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5" name="TextBox 63"/>
          <p:cNvSpPr txBox="1">
            <a:spLocks noChangeArrowheads="1"/>
          </p:cNvSpPr>
          <p:nvPr/>
        </p:nvSpPr>
        <p:spPr bwMode="auto">
          <a:xfrm>
            <a:off x="8269891" y="2884004"/>
            <a:ext cx="2103301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O. Muñoz (SM) / H. Noda (A)</a:t>
            </a:r>
          </a:p>
        </p:txBody>
      </p:sp>
      <p:sp>
        <p:nvSpPr>
          <p:cNvPr id="364" name="Text Box 66"/>
          <p:cNvSpPr txBox="1">
            <a:spLocks noChangeArrowheads="1"/>
          </p:cNvSpPr>
          <p:nvPr/>
        </p:nvSpPr>
        <p:spPr bwMode="auto">
          <a:xfrm>
            <a:off x="3283250" y="11275911"/>
            <a:ext cx="2248369" cy="28276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000" dirty="0"/>
              <a:t>M. Takagi (P)</a:t>
            </a: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2B51F91C-EDD8-45D4-B7E1-78B3C6FB1FAD}"/>
              </a:ext>
            </a:extLst>
          </p:cNvPr>
          <p:cNvSpPr/>
          <p:nvPr/>
        </p:nvSpPr>
        <p:spPr>
          <a:xfrm>
            <a:off x="3611244" y="1370720"/>
            <a:ext cx="1659059" cy="18601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1000" dirty="0">
                <a:solidFill>
                  <a:schemeClr val="tx1"/>
                </a:solidFill>
                <a:latin typeface="Arial" charset="0"/>
                <a:cs typeface="Arial" charset="0"/>
              </a:rPr>
              <a:t>Financial Services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715F6E1-57A3-4DA0-A485-18287068BA84}"/>
              </a:ext>
            </a:extLst>
          </p:cNvPr>
          <p:cNvCxnSpPr>
            <a:cxnSpLocks/>
          </p:cNvCxnSpPr>
          <p:nvPr/>
        </p:nvCxnSpPr>
        <p:spPr>
          <a:xfrm>
            <a:off x="5268844" y="1457907"/>
            <a:ext cx="387116" cy="10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6" name="TextBox 59">
            <a:extLst>
              <a:ext uri="{FF2B5EF4-FFF2-40B4-BE49-F238E27FC236}">
                <a16:creationId xmlns:a16="http://schemas.microsoft.com/office/drawing/2014/main" id="{82415D5A-0F2E-47DA-8F5C-663842D32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783" y="1304964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A. Olivas (A)</a:t>
            </a:r>
            <a:endParaRPr lang="en-US" sz="1000" dirty="0"/>
          </a:p>
        </p:txBody>
      </p:sp>
      <p:sp>
        <p:nvSpPr>
          <p:cNvPr id="337" name="TextBox 174">
            <a:extLst>
              <a:ext uri="{FF2B5EF4-FFF2-40B4-BE49-F238E27FC236}">
                <a16:creationId xmlns:a16="http://schemas.microsoft.com/office/drawing/2014/main" id="{9A5F2998-005A-4988-B285-E3B99D22C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4609" y="11772823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J. Pineda (M)</a:t>
            </a:r>
            <a:endParaRPr lang="en-US" sz="1000" dirty="0"/>
          </a:p>
        </p:txBody>
      </p:sp>
      <p:cxnSp>
        <p:nvCxnSpPr>
          <p:cNvPr id="466" name="Elbow Connector 521">
            <a:extLst>
              <a:ext uri="{FF2B5EF4-FFF2-40B4-BE49-F238E27FC236}">
                <a16:creationId xmlns:a16="http://schemas.microsoft.com/office/drawing/2014/main" id="{ABE0D7AB-C2E3-4C7E-917F-F76C46DC86BE}"/>
              </a:ext>
            </a:extLst>
          </p:cNvPr>
          <p:cNvCxnSpPr>
            <a:cxnSpLocks/>
            <a:stCxn id="210" idx="1"/>
            <a:endCxn id="464" idx="1"/>
          </p:cNvCxnSpPr>
          <p:nvPr/>
        </p:nvCxnSpPr>
        <p:spPr>
          <a:xfrm rot="10800000" flipH="1">
            <a:off x="5636258" y="8766767"/>
            <a:ext cx="6140" cy="710806"/>
          </a:xfrm>
          <a:prstGeom prst="bentConnector3">
            <a:avLst>
              <a:gd name="adj1" fmla="val -3723127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3" name="TextBox 57">
            <a:extLst>
              <a:ext uri="{FF2B5EF4-FFF2-40B4-BE49-F238E27FC236}">
                <a16:creationId xmlns:a16="http://schemas.microsoft.com/office/drawing/2014/main" id="{9BEC96EC-3019-4E1A-A031-DA8A931FE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612" y="1376597"/>
            <a:ext cx="1496452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r>
              <a:rPr lang="en-US" sz="1000" dirty="0"/>
              <a:t> T. Shigemoto (D)</a:t>
            </a:r>
          </a:p>
        </p:txBody>
      </p: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123D6464-CEB9-4594-824A-1DE856E9CA53}"/>
              </a:ext>
            </a:extLst>
          </p:cNvPr>
          <p:cNvCxnSpPr>
            <a:cxnSpLocks/>
          </p:cNvCxnSpPr>
          <p:nvPr/>
        </p:nvCxnSpPr>
        <p:spPr>
          <a:xfrm>
            <a:off x="1921811" y="3959895"/>
            <a:ext cx="32639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6B547A04-127A-4032-BD47-7DE0758A64E0}"/>
              </a:ext>
            </a:extLst>
          </p:cNvPr>
          <p:cNvCxnSpPr>
            <a:cxnSpLocks/>
            <a:stCxn id="150" idx="1"/>
          </p:cNvCxnSpPr>
          <p:nvPr/>
        </p:nvCxnSpPr>
        <p:spPr>
          <a:xfrm>
            <a:off x="2248202" y="1813409"/>
            <a:ext cx="13711" cy="502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9" name="TextBox 57">
            <a:extLst>
              <a:ext uri="{FF2B5EF4-FFF2-40B4-BE49-F238E27FC236}">
                <a16:creationId xmlns:a16="http://schemas.microsoft.com/office/drawing/2014/main" id="{5F85D6CB-4097-4B4E-9257-C165CE09E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492" y="1007557"/>
            <a:ext cx="2194813" cy="436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 anchor="b">
            <a:spAutoFit/>
          </a:bodyPr>
          <a:lstStyle/>
          <a:p>
            <a:pPr algn="ctr"/>
            <a:endParaRPr lang="en-US" sz="1000" dirty="0"/>
          </a:p>
          <a:p>
            <a:pPr algn="ctr"/>
            <a:r>
              <a:rPr lang="es-MX" sz="1000" dirty="0"/>
              <a:t>T. Shigemoto (D)</a:t>
            </a:r>
          </a:p>
        </p:txBody>
      </p:sp>
      <p:sp>
        <p:nvSpPr>
          <p:cNvPr id="242" name="TextBox 57">
            <a:extLst>
              <a:ext uri="{FF2B5EF4-FFF2-40B4-BE49-F238E27FC236}">
                <a16:creationId xmlns:a16="http://schemas.microsoft.com/office/drawing/2014/main" id="{725957C8-A5EA-4F4B-8531-13FBA3DE6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927" y="2656322"/>
            <a:ext cx="2194813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 anchor="b">
            <a:spAutoFit/>
          </a:bodyPr>
          <a:lstStyle/>
          <a:p>
            <a:pPr algn="ctr"/>
            <a:r>
              <a:rPr lang="es-MX" sz="1000" dirty="0"/>
              <a:t>C. Mejía (VP)</a:t>
            </a: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E91A70AB-4303-480A-A251-300994089C6D}"/>
              </a:ext>
            </a:extLst>
          </p:cNvPr>
          <p:cNvSpPr/>
          <p:nvPr/>
        </p:nvSpPr>
        <p:spPr>
          <a:xfrm>
            <a:off x="5513998" y="462358"/>
            <a:ext cx="2823534" cy="17093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Corporate Credit Committee</a:t>
            </a: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63" name="TextBox 55">
            <a:extLst>
              <a:ext uri="{FF2B5EF4-FFF2-40B4-BE49-F238E27FC236}">
                <a16:creationId xmlns:a16="http://schemas.microsoft.com/office/drawing/2014/main" id="{908FC9D5-76FD-4C38-9467-5787B0E96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9387" y="418059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M. Takagi (P)</a:t>
            </a:r>
            <a:endParaRPr lang="en-US" sz="1000" dirty="0"/>
          </a:p>
        </p:txBody>
      </p: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E2328487-500D-4D7D-82F8-28B2E7511582}"/>
              </a:ext>
            </a:extLst>
          </p:cNvPr>
          <p:cNvCxnSpPr>
            <a:cxnSpLocks/>
          </p:cNvCxnSpPr>
          <p:nvPr/>
        </p:nvCxnSpPr>
        <p:spPr>
          <a:xfrm flipV="1">
            <a:off x="1930219" y="515847"/>
            <a:ext cx="3583779" cy="304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2" name="TextBox 63">
            <a:extLst>
              <a:ext uri="{FF2B5EF4-FFF2-40B4-BE49-F238E27FC236}">
                <a16:creationId xmlns:a16="http://schemas.microsoft.com/office/drawing/2014/main" id="{C8F7B5BB-7020-424F-AB3B-5992836F5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3527" y="4112692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>
              <a:spcBef>
                <a:spcPct val="50000"/>
              </a:spcBef>
            </a:pPr>
            <a:r>
              <a:rPr lang="es-MX" sz="1000" dirty="0"/>
              <a:t>C. Mejía (VP)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82EC6364-9E27-40A0-B0CE-89FE1D6AC627}"/>
              </a:ext>
            </a:extLst>
          </p:cNvPr>
          <p:cNvSpPr/>
          <p:nvPr/>
        </p:nvSpPr>
        <p:spPr>
          <a:xfrm>
            <a:off x="5663123" y="4178516"/>
            <a:ext cx="2670850" cy="16887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Security Management</a:t>
            </a: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84" name="Rectangle 154">
            <a:extLst>
              <a:ext uri="{FF2B5EF4-FFF2-40B4-BE49-F238E27FC236}">
                <a16:creationId xmlns:a16="http://schemas.microsoft.com/office/drawing/2014/main" id="{E24E9971-E7BE-4665-8F68-3598F0EF0C08}"/>
              </a:ext>
            </a:extLst>
          </p:cNvPr>
          <p:cNvSpPr/>
          <p:nvPr/>
        </p:nvSpPr>
        <p:spPr>
          <a:xfrm>
            <a:off x="3643465" y="4171777"/>
            <a:ext cx="1659059" cy="18601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Security Management</a:t>
            </a:r>
            <a:endParaRPr lang="en-US" sz="10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90" name="Text Box 66">
            <a:extLst>
              <a:ext uri="{FF2B5EF4-FFF2-40B4-BE49-F238E27FC236}">
                <a16:creationId xmlns:a16="http://schemas.microsoft.com/office/drawing/2014/main" id="{418986A0-03C1-43D7-A112-8903271F7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5283" y="3948835"/>
            <a:ext cx="1073013" cy="28276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MX" sz="1000" dirty="0"/>
              <a:t>C. Mejía (VP)</a:t>
            </a:r>
          </a:p>
        </p:txBody>
      </p:sp>
      <p:cxnSp>
        <p:nvCxnSpPr>
          <p:cNvPr id="310" name="Elbow Connector 234">
            <a:extLst>
              <a:ext uri="{FF2B5EF4-FFF2-40B4-BE49-F238E27FC236}">
                <a16:creationId xmlns:a16="http://schemas.microsoft.com/office/drawing/2014/main" id="{38F4479B-B12E-4A61-881B-72AD6381278B}"/>
              </a:ext>
            </a:extLst>
          </p:cNvPr>
          <p:cNvCxnSpPr>
            <a:cxnSpLocks/>
            <a:stCxn id="124" idx="3"/>
          </p:cNvCxnSpPr>
          <p:nvPr/>
        </p:nvCxnSpPr>
        <p:spPr>
          <a:xfrm flipV="1">
            <a:off x="3313473" y="2957220"/>
            <a:ext cx="183231" cy="1053684"/>
          </a:xfrm>
          <a:prstGeom prst="bentConnector2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8" name="Elbow Connector 234">
            <a:extLst>
              <a:ext uri="{FF2B5EF4-FFF2-40B4-BE49-F238E27FC236}">
                <a16:creationId xmlns:a16="http://schemas.microsoft.com/office/drawing/2014/main" id="{DDEEC378-F9D3-4576-B527-2A06B99E0103}"/>
              </a:ext>
            </a:extLst>
          </p:cNvPr>
          <p:cNvCxnSpPr>
            <a:cxnSpLocks/>
            <a:endCxn id="284" idx="1"/>
          </p:cNvCxnSpPr>
          <p:nvPr/>
        </p:nvCxnSpPr>
        <p:spPr>
          <a:xfrm rot="16200000" flipH="1">
            <a:off x="3445678" y="4066997"/>
            <a:ext cx="248813" cy="146761"/>
          </a:xfrm>
          <a:prstGeom prst="bentConnector2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0A3F4D81-BEB0-4C43-82E0-F9F0E3001C19}"/>
              </a:ext>
            </a:extLst>
          </p:cNvPr>
          <p:cNvCxnSpPr>
            <a:cxnSpLocks/>
            <a:endCxn id="283" idx="1"/>
          </p:cNvCxnSpPr>
          <p:nvPr/>
        </p:nvCxnSpPr>
        <p:spPr>
          <a:xfrm flipV="1">
            <a:off x="5304510" y="4262953"/>
            <a:ext cx="358613" cy="201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BB6DA0E2-B80D-4460-9F16-F56003F9FF8D}"/>
              </a:ext>
            </a:extLst>
          </p:cNvPr>
          <p:cNvCxnSpPr>
            <a:cxnSpLocks/>
            <a:endCxn id="511" idx="1"/>
          </p:cNvCxnSpPr>
          <p:nvPr/>
        </p:nvCxnSpPr>
        <p:spPr>
          <a:xfrm>
            <a:off x="5291247" y="2517983"/>
            <a:ext cx="372875" cy="10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3" name="Rectangle 252">
            <a:extLst>
              <a:ext uri="{FF2B5EF4-FFF2-40B4-BE49-F238E27FC236}">
                <a16:creationId xmlns:a16="http://schemas.microsoft.com/office/drawing/2014/main" id="{ADE35499-9601-4452-B006-C14D98575D91}"/>
              </a:ext>
            </a:extLst>
          </p:cNvPr>
          <p:cNvSpPr/>
          <p:nvPr/>
        </p:nvSpPr>
        <p:spPr>
          <a:xfrm>
            <a:off x="3628371" y="1025803"/>
            <a:ext cx="1659059" cy="18601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1000" dirty="0">
                <a:solidFill>
                  <a:schemeClr val="tx1"/>
                </a:solidFill>
                <a:latin typeface="Arial" charset="0"/>
                <a:cs typeface="Arial" charset="0"/>
              </a:rPr>
              <a:t>Internal Audit</a:t>
            </a:r>
          </a:p>
        </p:txBody>
      </p:sp>
      <p:sp>
        <p:nvSpPr>
          <p:cNvPr id="332" name="TextBox 57">
            <a:extLst>
              <a:ext uri="{FF2B5EF4-FFF2-40B4-BE49-F238E27FC236}">
                <a16:creationId xmlns:a16="http://schemas.microsoft.com/office/drawing/2014/main" id="{60038AB4-54DD-4705-89AE-52E99C582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7581" y="796814"/>
            <a:ext cx="2194813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 anchor="b">
            <a:spAutoFit/>
          </a:bodyPr>
          <a:lstStyle/>
          <a:p>
            <a:pPr algn="ctr"/>
            <a:r>
              <a:rPr lang="es-MX" sz="1000" dirty="0"/>
              <a:t>T. Shigemoto (D)</a:t>
            </a:r>
          </a:p>
        </p:txBody>
      </p: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8F1D29E1-ADED-4366-9B53-860FA6577DBB}"/>
              </a:ext>
            </a:extLst>
          </p:cNvPr>
          <p:cNvCxnSpPr>
            <a:cxnSpLocks/>
          </p:cNvCxnSpPr>
          <p:nvPr/>
        </p:nvCxnSpPr>
        <p:spPr>
          <a:xfrm>
            <a:off x="5292611" y="1118176"/>
            <a:ext cx="382085" cy="10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4" name="Rectangle 307">
            <a:extLst>
              <a:ext uri="{FF2B5EF4-FFF2-40B4-BE49-F238E27FC236}">
                <a16:creationId xmlns:a16="http://schemas.microsoft.com/office/drawing/2014/main" id="{14BB66DE-CC3C-4977-8A26-6C105FA55BC7}"/>
              </a:ext>
            </a:extLst>
          </p:cNvPr>
          <p:cNvSpPr/>
          <p:nvPr/>
        </p:nvSpPr>
        <p:spPr>
          <a:xfrm>
            <a:off x="5642398" y="8705402"/>
            <a:ext cx="2659409" cy="122730"/>
          </a:xfrm>
          <a:prstGeom prst="rect">
            <a:avLst/>
          </a:prstGeom>
          <a:noFill/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Consumer Direct Sales</a:t>
            </a:r>
          </a:p>
        </p:txBody>
      </p:sp>
      <p:sp>
        <p:nvSpPr>
          <p:cNvPr id="474" name="TextBox 168">
            <a:extLst>
              <a:ext uri="{FF2B5EF4-FFF2-40B4-BE49-F238E27FC236}">
                <a16:creationId xmlns:a16="http://schemas.microsoft.com/office/drawing/2014/main" id="{99CE09F5-1D22-4C3C-800C-85F458F6D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057" y="8638798"/>
            <a:ext cx="2052160" cy="267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900" dirty="0"/>
              <a:t>M. Dromundo (M)</a:t>
            </a:r>
            <a:endParaRPr lang="en-US" sz="900" dirty="0"/>
          </a:p>
        </p:txBody>
      </p:sp>
      <p:sp>
        <p:nvSpPr>
          <p:cNvPr id="202" name="Text Box 66">
            <a:extLst>
              <a:ext uri="{FF2B5EF4-FFF2-40B4-BE49-F238E27FC236}">
                <a16:creationId xmlns:a16="http://schemas.microsoft.com/office/drawing/2014/main" id="{630B8010-8920-41BF-B6EE-FA43EC7CC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3073" y="8757022"/>
            <a:ext cx="2051785" cy="2673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marL="319236" indent="-319236" algn="ctr">
              <a:spcBef>
                <a:spcPts val="0"/>
              </a:spcBef>
            </a:pPr>
            <a:r>
              <a:rPr lang="es-MX" sz="900" dirty="0">
                <a:solidFill>
                  <a:schemeClr val="tx1">
                    <a:lumMod val="50000"/>
                  </a:schemeClr>
                </a:solidFill>
              </a:rPr>
              <a:t>E. Mujica (D)</a:t>
            </a:r>
            <a:endParaRPr lang="en-US" sz="9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03" name="Rectangle 123">
            <a:extLst>
              <a:ext uri="{FF2B5EF4-FFF2-40B4-BE49-F238E27FC236}">
                <a16:creationId xmlns:a16="http://schemas.microsoft.com/office/drawing/2014/main" id="{6D9AEBA2-965F-4D8B-A7F2-1CEF93EBB792}"/>
              </a:ext>
            </a:extLst>
          </p:cNvPr>
          <p:cNvSpPr/>
          <p:nvPr/>
        </p:nvSpPr>
        <p:spPr>
          <a:xfrm>
            <a:off x="3627370" y="9016898"/>
            <a:ext cx="1614834" cy="267154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Consumer Sales</a:t>
            </a:r>
            <a:endParaRPr lang="en-US" sz="10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05" name="TextBox 172">
            <a:extLst>
              <a:ext uri="{FF2B5EF4-FFF2-40B4-BE49-F238E27FC236}">
                <a16:creationId xmlns:a16="http://schemas.microsoft.com/office/drawing/2014/main" id="{3D34BC07-AD53-4869-8E0E-EEE4D0E6B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6936" y="8997031"/>
            <a:ext cx="1483097" cy="267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900" dirty="0"/>
              <a:t>C. Love (M)</a:t>
            </a:r>
            <a:endParaRPr lang="en-US" sz="900" dirty="0"/>
          </a:p>
        </p:txBody>
      </p:sp>
      <p:sp>
        <p:nvSpPr>
          <p:cNvPr id="206" name="TextBox 173">
            <a:extLst>
              <a:ext uri="{FF2B5EF4-FFF2-40B4-BE49-F238E27FC236}">
                <a16:creationId xmlns:a16="http://schemas.microsoft.com/office/drawing/2014/main" id="{23D41A7E-1409-4599-AC79-FEDA34659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416" y="9169832"/>
            <a:ext cx="1483097" cy="267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900" dirty="0"/>
              <a:t>A. Pérez (M)</a:t>
            </a:r>
            <a:endParaRPr lang="en-US" sz="1000" dirty="0"/>
          </a:p>
        </p:txBody>
      </p:sp>
      <p:sp>
        <p:nvSpPr>
          <p:cNvPr id="208" name="Rectangle 469">
            <a:extLst>
              <a:ext uri="{FF2B5EF4-FFF2-40B4-BE49-F238E27FC236}">
                <a16:creationId xmlns:a16="http://schemas.microsoft.com/office/drawing/2014/main" id="{2C7E083D-FF67-4908-A835-F72E721EA6FF}"/>
              </a:ext>
            </a:extLst>
          </p:cNvPr>
          <p:cNvSpPr/>
          <p:nvPr/>
        </p:nvSpPr>
        <p:spPr>
          <a:xfrm>
            <a:off x="5636258" y="9059673"/>
            <a:ext cx="2669578" cy="11568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 Photoshop</a:t>
            </a: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 </a:t>
            </a: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09" name="Rectangle 470">
            <a:extLst>
              <a:ext uri="{FF2B5EF4-FFF2-40B4-BE49-F238E27FC236}">
                <a16:creationId xmlns:a16="http://schemas.microsoft.com/office/drawing/2014/main" id="{2B5FC388-A0C6-484D-B24C-0EF137A8F37E}"/>
              </a:ext>
            </a:extLst>
          </p:cNvPr>
          <p:cNvSpPr/>
          <p:nvPr/>
        </p:nvSpPr>
        <p:spPr>
          <a:xfrm>
            <a:off x="5636258" y="9219143"/>
            <a:ext cx="2669578" cy="129817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Trade Marketing</a:t>
            </a: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 </a:t>
            </a: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10" name="Rectangle 471">
            <a:extLst>
              <a:ext uri="{FF2B5EF4-FFF2-40B4-BE49-F238E27FC236}">
                <a16:creationId xmlns:a16="http://schemas.microsoft.com/office/drawing/2014/main" id="{D9BE7944-DB87-4BB1-AFE2-AE9FBEEAE290}"/>
              </a:ext>
            </a:extLst>
          </p:cNvPr>
          <p:cNvSpPr/>
          <p:nvPr/>
        </p:nvSpPr>
        <p:spPr>
          <a:xfrm>
            <a:off x="5636258" y="9409852"/>
            <a:ext cx="2669578" cy="135442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Tienda Canon</a:t>
            </a:r>
          </a:p>
        </p:txBody>
      </p:sp>
      <p:cxnSp>
        <p:nvCxnSpPr>
          <p:cNvPr id="211" name="Elbow Connector 474">
            <a:extLst>
              <a:ext uri="{FF2B5EF4-FFF2-40B4-BE49-F238E27FC236}">
                <a16:creationId xmlns:a16="http://schemas.microsoft.com/office/drawing/2014/main" id="{34724AB2-9A31-41B2-BE00-54958633F845}"/>
              </a:ext>
            </a:extLst>
          </p:cNvPr>
          <p:cNvCxnSpPr>
            <a:cxnSpLocks/>
            <a:stCxn id="209" idx="1"/>
            <a:endCxn id="349" idx="1"/>
          </p:cNvCxnSpPr>
          <p:nvPr/>
        </p:nvCxnSpPr>
        <p:spPr>
          <a:xfrm rot="10800000">
            <a:off x="5636258" y="8942892"/>
            <a:ext cx="12700" cy="341160"/>
          </a:xfrm>
          <a:prstGeom prst="bentConnector3">
            <a:avLst>
              <a:gd name="adj1" fmla="val 1872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6" name="Text Box 66">
            <a:extLst>
              <a:ext uri="{FF2B5EF4-FFF2-40B4-BE49-F238E27FC236}">
                <a16:creationId xmlns:a16="http://schemas.microsoft.com/office/drawing/2014/main" id="{A6765EE9-6BE2-4934-B88A-482063A4E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6090" y="9358156"/>
            <a:ext cx="1483097" cy="2673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900" dirty="0"/>
              <a:t>A. Cruz (M)  </a:t>
            </a:r>
            <a:endParaRPr lang="en-US" sz="900" dirty="0"/>
          </a:p>
        </p:txBody>
      </p:sp>
      <p:sp>
        <p:nvSpPr>
          <p:cNvPr id="229" name="Text Box 66">
            <a:extLst>
              <a:ext uri="{FF2B5EF4-FFF2-40B4-BE49-F238E27FC236}">
                <a16:creationId xmlns:a16="http://schemas.microsoft.com/office/drawing/2014/main" id="{279320FF-62D2-465B-AF45-B7199FA9B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4231" y="4956249"/>
            <a:ext cx="2136729" cy="5905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endParaRPr lang="es-MX" sz="1000" dirty="0"/>
          </a:p>
          <a:p>
            <a:pPr algn="ctr"/>
            <a:r>
              <a:rPr lang="es-MX" sz="1000" dirty="0"/>
              <a:t> T. Onaka (SM)</a:t>
            </a:r>
          </a:p>
          <a:p>
            <a:pPr algn="ctr"/>
            <a:r>
              <a:rPr lang="es-MX" sz="1000" dirty="0"/>
              <a:t>H. Noda (A)</a:t>
            </a:r>
          </a:p>
        </p:txBody>
      </p:sp>
      <p:sp>
        <p:nvSpPr>
          <p:cNvPr id="230" name="Rectangle 256">
            <a:extLst>
              <a:ext uri="{FF2B5EF4-FFF2-40B4-BE49-F238E27FC236}">
                <a16:creationId xmlns:a16="http://schemas.microsoft.com/office/drawing/2014/main" id="{B15B7333-0CF3-4298-9DE1-95307265DC3A}"/>
              </a:ext>
            </a:extLst>
          </p:cNvPr>
          <p:cNvSpPr/>
          <p:nvPr/>
        </p:nvSpPr>
        <p:spPr>
          <a:xfrm>
            <a:off x="5634450" y="5040015"/>
            <a:ext cx="2669578" cy="138360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Product Control </a:t>
            </a:r>
          </a:p>
        </p:txBody>
      </p:sp>
      <p:sp>
        <p:nvSpPr>
          <p:cNvPr id="231" name="TextBox 173">
            <a:extLst>
              <a:ext uri="{FF2B5EF4-FFF2-40B4-BE49-F238E27FC236}">
                <a16:creationId xmlns:a16="http://schemas.microsoft.com/office/drawing/2014/main" id="{D3005550-F55A-411F-A5FE-F58A64729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4482" y="4968007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marL="319236" indent="-319236"/>
            <a:r>
              <a:rPr lang="es-MX" sz="1000" dirty="0"/>
              <a:t>A. Villalpando (M)</a:t>
            </a:r>
          </a:p>
        </p:txBody>
      </p:sp>
      <p:sp>
        <p:nvSpPr>
          <p:cNvPr id="232" name="Rectangle 268">
            <a:extLst>
              <a:ext uri="{FF2B5EF4-FFF2-40B4-BE49-F238E27FC236}">
                <a16:creationId xmlns:a16="http://schemas.microsoft.com/office/drawing/2014/main" id="{F5FE5F46-3363-4A68-B823-14A9111639F3}"/>
              </a:ext>
            </a:extLst>
          </p:cNvPr>
          <p:cNvSpPr/>
          <p:nvPr/>
        </p:nvSpPr>
        <p:spPr>
          <a:xfrm>
            <a:off x="5646466" y="5431377"/>
            <a:ext cx="2669578" cy="124414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Consumer Administration</a:t>
            </a:r>
          </a:p>
        </p:txBody>
      </p:sp>
      <p:sp>
        <p:nvSpPr>
          <p:cNvPr id="234" name="TextBox 174">
            <a:extLst>
              <a:ext uri="{FF2B5EF4-FFF2-40B4-BE49-F238E27FC236}">
                <a16:creationId xmlns:a16="http://schemas.microsoft.com/office/drawing/2014/main" id="{9E98F7BE-13B7-41E3-80E1-FEC47A50C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4482" y="5560616"/>
            <a:ext cx="2271119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A. Martínez (D)</a:t>
            </a:r>
            <a:endParaRPr lang="en-US" sz="1000" dirty="0"/>
          </a:p>
        </p:txBody>
      </p:sp>
      <p:sp>
        <p:nvSpPr>
          <p:cNvPr id="244" name="TextBox 174">
            <a:extLst>
              <a:ext uri="{FF2B5EF4-FFF2-40B4-BE49-F238E27FC236}">
                <a16:creationId xmlns:a16="http://schemas.microsoft.com/office/drawing/2014/main" id="{31129DEA-1075-4C81-9CC8-6F3B06D04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3399" y="5362549"/>
            <a:ext cx="2109793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C. Flores (M)</a:t>
            </a:r>
            <a:endParaRPr lang="en-US" sz="1000" dirty="0"/>
          </a:p>
        </p:txBody>
      </p:sp>
      <p:sp>
        <p:nvSpPr>
          <p:cNvPr id="251" name="Rectangle 321">
            <a:extLst>
              <a:ext uri="{FF2B5EF4-FFF2-40B4-BE49-F238E27FC236}">
                <a16:creationId xmlns:a16="http://schemas.microsoft.com/office/drawing/2014/main" id="{A6BB4290-85BB-4C7A-8AB6-3D9C3C3D616C}"/>
              </a:ext>
            </a:extLst>
          </p:cNvPr>
          <p:cNvSpPr/>
          <p:nvPr/>
        </p:nvSpPr>
        <p:spPr>
          <a:xfrm>
            <a:off x="5646466" y="8169898"/>
            <a:ext cx="2669578" cy="12688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MFP Channel Marketing</a:t>
            </a:r>
          </a:p>
        </p:txBody>
      </p:sp>
      <p:sp>
        <p:nvSpPr>
          <p:cNvPr id="252" name="TextBox 173">
            <a:extLst>
              <a:ext uri="{FF2B5EF4-FFF2-40B4-BE49-F238E27FC236}">
                <a16:creationId xmlns:a16="http://schemas.microsoft.com/office/drawing/2014/main" id="{F281FDD3-6497-4CC5-952B-1131232C5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3107" y="8100400"/>
            <a:ext cx="1483097" cy="251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800" dirty="0"/>
              <a:t>K. Ortiz (M)</a:t>
            </a:r>
            <a:endParaRPr lang="en-US" sz="800" dirty="0"/>
          </a:p>
        </p:txBody>
      </p:sp>
      <p:sp>
        <p:nvSpPr>
          <p:cNvPr id="255" name="Text Box 66">
            <a:extLst>
              <a:ext uri="{FF2B5EF4-FFF2-40B4-BE49-F238E27FC236}">
                <a16:creationId xmlns:a16="http://schemas.microsoft.com/office/drawing/2014/main" id="{0E13CF5D-E654-40BE-B775-52A55383F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1873" y="9754182"/>
            <a:ext cx="1483097" cy="2673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900" b="1" dirty="0">
                <a:solidFill>
                  <a:schemeClr val="accent1"/>
                </a:solidFill>
              </a:rPr>
              <a:t>T. Onaka (SM)</a:t>
            </a:r>
          </a:p>
        </p:txBody>
      </p:sp>
      <p:sp>
        <p:nvSpPr>
          <p:cNvPr id="257" name="Rectangle 318">
            <a:extLst>
              <a:ext uri="{FF2B5EF4-FFF2-40B4-BE49-F238E27FC236}">
                <a16:creationId xmlns:a16="http://schemas.microsoft.com/office/drawing/2014/main" id="{33AF501D-9086-4EF2-8874-D5E68C7DC7B1}"/>
              </a:ext>
            </a:extLst>
          </p:cNvPr>
          <p:cNvSpPr/>
          <p:nvPr/>
        </p:nvSpPr>
        <p:spPr>
          <a:xfrm>
            <a:off x="3596130" y="12298642"/>
            <a:ext cx="1659059" cy="18601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PPS Business Solutions</a:t>
            </a:r>
          </a:p>
        </p:txBody>
      </p:sp>
      <p:cxnSp>
        <p:nvCxnSpPr>
          <p:cNvPr id="269" name="Elbow Connector 244">
            <a:extLst>
              <a:ext uri="{FF2B5EF4-FFF2-40B4-BE49-F238E27FC236}">
                <a16:creationId xmlns:a16="http://schemas.microsoft.com/office/drawing/2014/main" id="{825685BB-67F1-4815-A2DD-A97D11A92EF8}"/>
              </a:ext>
            </a:extLst>
          </p:cNvPr>
          <p:cNvCxnSpPr>
            <a:cxnSpLocks/>
            <a:stCxn id="326" idx="1"/>
            <a:endCxn id="329" idx="3"/>
          </p:cNvCxnSpPr>
          <p:nvPr/>
        </p:nvCxnSpPr>
        <p:spPr>
          <a:xfrm rot="10800000" flipV="1">
            <a:off x="3346752" y="6402800"/>
            <a:ext cx="307567" cy="16662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0" name="Text Box 66">
            <a:extLst>
              <a:ext uri="{FF2B5EF4-FFF2-40B4-BE49-F238E27FC236}">
                <a16:creationId xmlns:a16="http://schemas.microsoft.com/office/drawing/2014/main" id="{64FF66FE-FBF7-4CE7-B60C-DFF326D94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4839" y="11858120"/>
            <a:ext cx="1596218" cy="43664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marL="319236" indent="-319236" algn="ctr">
              <a:spcBef>
                <a:spcPts val="0"/>
              </a:spcBef>
            </a:pPr>
            <a:endParaRPr lang="en-US" sz="1000" dirty="0"/>
          </a:p>
          <a:p>
            <a:pPr marL="319236" indent="-319236" algn="ctr">
              <a:spcBef>
                <a:spcPts val="0"/>
              </a:spcBef>
            </a:pPr>
            <a:r>
              <a:rPr lang="es-MX" sz="1000" dirty="0"/>
              <a:t>C. Ramírez (D)  </a:t>
            </a:r>
            <a:endParaRPr lang="en-US" sz="1000" dirty="0"/>
          </a:p>
        </p:txBody>
      </p:sp>
      <p:sp>
        <p:nvSpPr>
          <p:cNvPr id="276" name="TextBox 174">
            <a:extLst>
              <a:ext uri="{FF2B5EF4-FFF2-40B4-BE49-F238E27FC236}">
                <a16:creationId xmlns:a16="http://schemas.microsoft.com/office/drawing/2014/main" id="{BEB7D5CB-E18B-44F7-83E4-1A85BC502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9925" y="12510078"/>
            <a:ext cx="2018292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n-US" sz="1000" dirty="0"/>
              <a:t>D. Juárez (M)</a:t>
            </a:r>
          </a:p>
        </p:txBody>
      </p:sp>
      <p:sp>
        <p:nvSpPr>
          <p:cNvPr id="277" name="Rectangle 286">
            <a:extLst>
              <a:ext uri="{FF2B5EF4-FFF2-40B4-BE49-F238E27FC236}">
                <a16:creationId xmlns:a16="http://schemas.microsoft.com/office/drawing/2014/main" id="{192B1135-84D4-419F-96ED-02F12A3DE73E}"/>
              </a:ext>
            </a:extLst>
          </p:cNvPr>
          <p:cNvSpPr/>
          <p:nvPr/>
        </p:nvSpPr>
        <p:spPr>
          <a:xfrm>
            <a:off x="5654889" y="12189403"/>
            <a:ext cx="2733191" cy="13413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PPS Training </a:t>
            </a:r>
          </a:p>
        </p:txBody>
      </p:sp>
      <p:sp>
        <p:nvSpPr>
          <p:cNvPr id="286" name="Rectangle 294">
            <a:extLst>
              <a:ext uri="{FF2B5EF4-FFF2-40B4-BE49-F238E27FC236}">
                <a16:creationId xmlns:a16="http://schemas.microsoft.com/office/drawing/2014/main" id="{C0036B5F-D8DD-44C3-A169-8EE315C3D690}"/>
              </a:ext>
            </a:extLst>
          </p:cNvPr>
          <p:cNvSpPr/>
          <p:nvPr/>
        </p:nvSpPr>
        <p:spPr>
          <a:xfrm>
            <a:off x="5672126" y="12373258"/>
            <a:ext cx="2694620" cy="13925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PPS Field Service</a:t>
            </a:r>
          </a:p>
        </p:txBody>
      </p:sp>
      <p:cxnSp>
        <p:nvCxnSpPr>
          <p:cNvPr id="288" name="Elbow Connector 545">
            <a:extLst>
              <a:ext uri="{FF2B5EF4-FFF2-40B4-BE49-F238E27FC236}">
                <a16:creationId xmlns:a16="http://schemas.microsoft.com/office/drawing/2014/main" id="{1E4B9F25-11AF-43D7-9037-265CA6A74BA6}"/>
              </a:ext>
            </a:extLst>
          </p:cNvPr>
          <p:cNvCxnSpPr>
            <a:cxnSpLocks/>
            <a:stCxn id="257" idx="3"/>
            <a:endCxn id="277" idx="1"/>
          </p:cNvCxnSpPr>
          <p:nvPr/>
        </p:nvCxnSpPr>
        <p:spPr>
          <a:xfrm flipV="1">
            <a:off x="5255189" y="12256471"/>
            <a:ext cx="399700" cy="13517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9" name="Connector: Elbow 61">
            <a:extLst>
              <a:ext uri="{FF2B5EF4-FFF2-40B4-BE49-F238E27FC236}">
                <a16:creationId xmlns:a16="http://schemas.microsoft.com/office/drawing/2014/main" id="{49DAE002-868A-4D32-B777-097A9CC83BF5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51580" y="12204458"/>
            <a:ext cx="205555" cy="192931"/>
          </a:xfrm>
          <a:prstGeom prst="bentConnector3">
            <a:avLst>
              <a:gd name="adj1" fmla="val 103382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4" name="Rectangle 230">
            <a:extLst>
              <a:ext uri="{FF2B5EF4-FFF2-40B4-BE49-F238E27FC236}">
                <a16:creationId xmlns:a16="http://schemas.microsoft.com/office/drawing/2014/main" id="{A55BAA05-01BA-41C2-A0B6-F9ED2F4C7036}"/>
              </a:ext>
            </a:extLst>
          </p:cNvPr>
          <p:cNvSpPr/>
          <p:nvPr/>
        </p:nvSpPr>
        <p:spPr>
          <a:xfrm>
            <a:off x="5646316" y="5629375"/>
            <a:ext cx="2669578" cy="139202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MFP / PPS Business &amp; Operations</a:t>
            </a:r>
          </a:p>
        </p:txBody>
      </p:sp>
      <p:sp>
        <p:nvSpPr>
          <p:cNvPr id="305" name="TextBox 174">
            <a:extLst>
              <a:ext uri="{FF2B5EF4-FFF2-40B4-BE49-F238E27FC236}">
                <a16:creationId xmlns:a16="http://schemas.microsoft.com/office/drawing/2014/main" id="{69DC72E0-8C08-4839-A307-E142E79989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783" y="5746051"/>
            <a:ext cx="1873598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A. Valerio (M)</a:t>
            </a:r>
          </a:p>
        </p:txBody>
      </p:sp>
      <p:sp>
        <p:nvSpPr>
          <p:cNvPr id="313" name="Rectangle 334">
            <a:extLst>
              <a:ext uri="{FF2B5EF4-FFF2-40B4-BE49-F238E27FC236}">
                <a16:creationId xmlns:a16="http://schemas.microsoft.com/office/drawing/2014/main" id="{8ADA7557-3F9E-4B84-BEC3-89AB955B7647}"/>
              </a:ext>
            </a:extLst>
          </p:cNvPr>
          <p:cNvSpPr/>
          <p:nvPr/>
        </p:nvSpPr>
        <p:spPr>
          <a:xfrm>
            <a:off x="5646269" y="5814326"/>
            <a:ext cx="2669578" cy="129871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MFP Strategic </a:t>
            </a: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Analysis</a:t>
            </a: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 / Operations</a:t>
            </a: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23" name="TextBox 174">
            <a:extLst>
              <a:ext uri="{FF2B5EF4-FFF2-40B4-BE49-F238E27FC236}">
                <a16:creationId xmlns:a16="http://schemas.microsoft.com/office/drawing/2014/main" id="{1857E972-CBCE-4D3B-BC3C-C18FD2681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3399" y="6393887"/>
            <a:ext cx="2207860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A. González (SM)</a:t>
            </a:r>
            <a:endParaRPr lang="en-US" sz="1000" dirty="0"/>
          </a:p>
        </p:txBody>
      </p:sp>
      <p:sp>
        <p:nvSpPr>
          <p:cNvPr id="336" name="TextBox 174">
            <a:extLst>
              <a:ext uri="{FF2B5EF4-FFF2-40B4-BE49-F238E27FC236}">
                <a16:creationId xmlns:a16="http://schemas.microsoft.com/office/drawing/2014/main" id="{E0049AC4-78BF-4E2C-844F-E076A7F57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9387" y="12681308"/>
            <a:ext cx="1422382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C. Ramírez (D)</a:t>
            </a:r>
            <a:endParaRPr lang="en-US" sz="1000" dirty="0"/>
          </a:p>
        </p:txBody>
      </p:sp>
      <p:sp>
        <p:nvSpPr>
          <p:cNvPr id="338" name="Rectangle 343">
            <a:extLst>
              <a:ext uri="{FF2B5EF4-FFF2-40B4-BE49-F238E27FC236}">
                <a16:creationId xmlns:a16="http://schemas.microsoft.com/office/drawing/2014/main" id="{3447742E-0725-4750-919B-1B646CB886FF}"/>
              </a:ext>
            </a:extLst>
          </p:cNvPr>
          <p:cNvSpPr/>
          <p:nvPr/>
        </p:nvSpPr>
        <p:spPr>
          <a:xfrm>
            <a:off x="5665502" y="12560742"/>
            <a:ext cx="2694620" cy="13925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PPS Service Operation</a:t>
            </a:r>
          </a:p>
        </p:txBody>
      </p:sp>
      <p:cxnSp>
        <p:nvCxnSpPr>
          <p:cNvPr id="341" name="Connector: Elbow 347">
            <a:extLst>
              <a:ext uri="{FF2B5EF4-FFF2-40B4-BE49-F238E27FC236}">
                <a16:creationId xmlns:a16="http://schemas.microsoft.com/office/drawing/2014/main" id="{63FBAB54-8E67-4692-BED7-4FB36A124753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43092" y="12383901"/>
            <a:ext cx="227330" cy="203004"/>
          </a:xfrm>
          <a:prstGeom prst="bentConnector2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4" name="Text Box 66">
            <a:extLst>
              <a:ext uri="{FF2B5EF4-FFF2-40B4-BE49-F238E27FC236}">
                <a16:creationId xmlns:a16="http://schemas.microsoft.com/office/drawing/2014/main" id="{4BE823BC-A76D-468B-AFCF-9A7F4B1B1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4851" y="11976742"/>
            <a:ext cx="1419121" cy="28276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A. González (M)  </a:t>
            </a:r>
          </a:p>
        </p:txBody>
      </p:sp>
      <p:sp>
        <p:nvSpPr>
          <p:cNvPr id="297" name="Rectangle 321">
            <a:extLst>
              <a:ext uri="{FF2B5EF4-FFF2-40B4-BE49-F238E27FC236}">
                <a16:creationId xmlns:a16="http://schemas.microsoft.com/office/drawing/2014/main" id="{ECA7288B-2DDB-413B-B4CE-B4EA3AC0E231}"/>
              </a:ext>
            </a:extLst>
          </p:cNvPr>
          <p:cNvSpPr/>
          <p:nvPr/>
        </p:nvSpPr>
        <p:spPr>
          <a:xfrm>
            <a:off x="5665314" y="12014397"/>
            <a:ext cx="2719096" cy="115929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PPS Sales Marketing</a:t>
            </a:r>
          </a:p>
        </p:txBody>
      </p:sp>
      <p:sp>
        <p:nvSpPr>
          <p:cNvPr id="346" name="Rectangle 318">
            <a:extLst>
              <a:ext uri="{FF2B5EF4-FFF2-40B4-BE49-F238E27FC236}">
                <a16:creationId xmlns:a16="http://schemas.microsoft.com/office/drawing/2014/main" id="{C3E63F54-3CD0-4DE4-90AC-D12323F5A1CE}"/>
              </a:ext>
            </a:extLst>
          </p:cNvPr>
          <p:cNvSpPr/>
          <p:nvPr/>
        </p:nvSpPr>
        <p:spPr>
          <a:xfrm>
            <a:off x="3598426" y="10968119"/>
            <a:ext cx="1652424" cy="182701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North Zone Management</a:t>
            </a:r>
          </a:p>
        </p:txBody>
      </p:sp>
      <p:cxnSp>
        <p:nvCxnSpPr>
          <p:cNvPr id="321" name="Straight Connector 226">
            <a:extLst>
              <a:ext uri="{FF2B5EF4-FFF2-40B4-BE49-F238E27FC236}">
                <a16:creationId xmlns:a16="http://schemas.microsoft.com/office/drawing/2014/main" id="{EFA82598-728C-40C2-A1F6-5DE4BB332EDD}"/>
              </a:ext>
            </a:extLst>
          </p:cNvPr>
          <p:cNvCxnSpPr>
            <a:cxnSpLocks/>
            <a:endCxn id="150" idx="1"/>
          </p:cNvCxnSpPr>
          <p:nvPr/>
        </p:nvCxnSpPr>
        <p:spPr>
          <a:xfrm>
            <a:off x="1921811" y="1813404"/>
            <a:ext cx="326391" cy="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4" name="Elbow Connector 214">
            <a:extLst>
              <a:ext uri="{FF2B5EF4-FFF2-40B4-BE49-F238E27FC236}">
                <a16:creationId xmlns:a16="http://schemas.microsoft.com/office/drawing/2014/main" id="{D1E625FB-7D81-4600-A79E-19BFD239897B}"/>
              </a:ext>
            </a:extLst>
          </p:cNvPr>
          <p:cNvCxnSpPr>
            <a:cxnSpLocks/>
            <a:endCxn id="232" idx="1"/>
          </p:cNvCxnSpPr>
          <p:nvPr/>
        </p:nvCxnSpPr>
        <p:spPr>
          <a:xfrm flipV="1">
            <a:off x="5445775" y="5493584"/>
            <a:ext cx="200691" cy="48132"/>
          </a:xfrm>
          <a:prstGeom prst="bentConnector3">
            <a:avLst>
              <a:gd name="adj1" fmla="val -625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8" name="Elbow Connector 214">
            <a:extLst>
              <a:ext uri="{FF2B5EF4-FFF2-40B4-BE49-F238E27FC236}">
                <a16:creationId xmlns:a16="http://schemas.microsoft.com/office/drawing/2014/main" id="{E78C1E4F-AA7F-468F-8D11-2E20EECBF855}"/>
              </a:ext>
            </a:extLst>
          </p:cNvPr>
          <p:cNvCxnSpPr>
            <a:cxnSpLocks/>
            <a:endCxn id="313" idx="1"/>
          </p:cNvCxnSpPr>
          <p:nvPr/>
        </p:nvCxnSpPr>
        <p:spPr>
          <a:xfrm rot="16200000" flipH="1">
            <a:off x="5292354" y="5525347"/>
            <a:ext cx="511762" cy="196068"/>
          </a:xfrm>
          <a:prstGeom prst="bentConnector2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5" name="Rectangle 343">
            <a:extLst>
              <a:ext uri="{FF2B5EF4-FFF2-40B4-BE49-F238E27FC236}">
                <a16:creationId xmlns:a16="http://schemas.microsoft.com/office/drawing/2014/main" id="{CC6C3094-3840-49AC-8821-BA47079B5EFD}"/>
              </a:ext>
            </a:extLst>
          </p:cNvPr>
          <p:cNvSpPr/>
          <p:nvPr/>
        </p:nvSpPr>
        <p:spPr>
          <a:xfrm>
            <a:off x="5663308" y="12747681"/>
            <a:ext cx="2694620" cy="13925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PPS LAG Management</a:t>
            </a:r>
          </a:p>
        </p:txBody>
      </p:sp>
      <p:cxnSp>
        <p:nvCxnSpPr>
          <p:cNvPr id="410" name="Connector: Elbow 347">
            <a:extLst>
              <a:ext uri="{FF2B5EF4-FFF2-40B4-BE49-F238E27FC236}">
                <a16:creationId xmlns:a16="http://schemas.microsoft.com/office/drawing/2014/main" id="{F66A8E9B-B354-41F9-921D-2586F014370B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47295" y="12588943"/>
            <a:ext cx="227330" cy="203004"/>
          </a:xfrm>
          <a:prstGeom prst="bentConnector2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1" name="Elbow Connector 545">
            <a:extLst>
              <a:ext uri="{FF2B5EF4-FFF2-40B4-BE49-F238E27FC236}">
                <a16:creationId xmlns:a16="http://schemas.microsoft.com/office/drawing/2014/main" id="{43DF9A1E-CF0D-4CB7-B8A7-B916BD85F2F9}"/>
              </a:ext>
            </a:extLst>
          </p:cNvPr>
          <p:cNvCxnSpPr>
            <a:cxnSpLocks/>
            <a:endCxn id="297" idx="1"/>
          </p:cNvCxnSpPr>
          <p:nvPr/>
        </p:nvCxnSpPr>
        <p:spPr>
          <a:xfrm rot="5400000" flipH="1" flipV="1">
            <a:off x="5317270" y="12212984"/>
            <a:ext cx="488666" cy="207422"/>
          </a:xfrm>
          <a:prstGeom prst="bentConnector2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4" name="Text Box 66">
            <a:extLst>
              <a:ext uri="{FF2B5EF4-FFF2-40B4-BE49-F238E27FC236}">
                <a16:creationId xmlns:a16="http://schemas.microsoft.com/office/drawing/2014/main" id="{BB3628EF-FF60-4542-A2D6-CAEDDAD51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3107" y="12139055"/>
            <a:ext cx="1483097" cy="28276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A. González (M)  </a:t>
            </a:r>
          </a:p>
        </p:txBody>
      </p:sp>
      <p:sp>
        <p:nvSpPr>
          <p:cNvPr id="415" name="TextBox 174">
            <a:extLst>
              <a:ext uri="{FF2B5EF4-FFF2-40B4-BE49-F238E27FC236}">
                <a16:creationId xmlns:a16="http://schemas.microsoft.com/office/drawing/2014/main" id="{4B217195-13AC-4FFF-9FAE-251C382EA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9889" y="12326890"/>
            <a:ext cx="2018292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n-US" sz="1000" dirty="0"/>
              <a:t>D. Juárez (M)</a:t>
            </a:r>
          </a:p>
        </p:txBody>
      </p:sp>
      <p:sp>
        <p:nvSpPr>
          <p:cNvPr id="265" name="TextBox 174">
            <a:extLst>
              <a:ext uri="{FF2B5EF4-FFF2-40B4-BE49-F238E27FC236}">
                <a16:creationId xmlns:a16="http://schemas.microsoft.com/office/drawing/2014/main" id="{1E048C36-EF06-4359-93E7-D7130467C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8725" y="11413086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H. García (M)</a:t>
            </a:r>
            <a:endParaRPr lang="en-US" sz="1000" dirty="0"/>
          </a:p>
        </p:txBody>
      </p:sp>
      <p:sp>
        <p:nvSpPr>
          <p:cNvPr id="295" name="Rectangle 471">
            <a:extLst>
              <a:ext uri="{FF2B5EF4-FFF2-40B4-BE49-F238E27FC236}">
                <a16:creationId xmlns:a16="http://schemas.microsoft.com/office/drawing/2014/main" id="{9700AA6B-7BC6-4006-BBF1-C694832BBF7C}"/>
              </a:ext>
            </a:extLst>
          </p:cNvPr>
          <p:cNvSpPr/>
          <p:nvPr/>
        </p:nvSpPr>
        <p:spPr>
          <a:xfrm>
            <a:off x="5659151" y="7114036"/>
            <a:ext cx="2669578" cy="121148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Dealer Sales</a:t>
            </a:r>
          </a:p>
        </p:txBody>
      </p:sp>
      <p:sp>
        <p:nvSpPr>
          <p:cNvPr id="307" name="Rectangle 471">
            <a:extLst>
              <a:ext uri="{FF2B5EF4-FFF2-40B4-BE49-F238E27FC236}">
                <a16:creationId xmlns:a16="http://schemas.microsoft.com/office/drawing/2014/main" id="{F2684F0B-7433-4E37-A5B7-CB72DCC3EC6C}"/>
              </a:ext>
            </a:extLst>
          </p:cNvPr>
          <p:cNvSpPr/>
          <p:nvPr/>
        </p:nvSpPr>
        <p:spPr>
          <a:xfrm>
            <a:off x="5655902" y="7269427"/>
            <a:ext cx="2669578" cy="12795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b="1" dirty="0">
                <a:solidFill>
                  <a:schemeClr val="accent1"/>
                </a:solidFill>
                <a:latin typeface="Arial" charset="0"/>
                <a:cs typeface="Arial" charset="0"/>
              </a:rPr>
              <a:t>Dealer Technical Support</a:t>
            </a:r>
          </a:p>
        </p:txBody>
      </p:sp>
      <p:sp>
        <p:nvSpPr>
          <p:cNvPr id="319" name="Text Box 66">
            <a:extLst>
              <a:ext uri="{FF2B5EF4-FFF2-40B4-BE49-F238E27FC236}">
                <a16:creationId xmlns:a16="http://schemas.microsoft.com/office/drawing/2014/main" id="{8313EFF3-0918-4621-B0C3-1CEECEEE7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4036" y="7056239"/>
            <a:ext cx="1483097" cy="2673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900" dirty="0"/>
              <a:t>D. Garza (SM)  </a:t>
            </a:r>
            <a:endParaRPr lang="en-US" sz="900" dirty="0"/>
          </a:p>
        </p:txBody>
      </p:sp>
      <p:sp>
        <p:nvSpPr>
          <p:cNvPr id="320" name="Text Box 66">
            <a:extLst>
              <a:ext uri="{FF2B5EF4-FFF2-40B4-BE49-F238E27FC236}">
                <a16:creationId xmlns:a16="http://schemas.microsoft.com/office/drawing/2014/main" id="{BA4568EA-4CCA-4E7A-BB46-1EEF8C050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416" y="7225599"/>
            <a:ext cx="1483097" cy="2673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900" b="1" dirty="0">
                <a:solidFill>
                  <a:schemeClr val="accent1"/>
                </a:solidFill>
              </a:rPr>
              <a:t>D. Garza (SM)  </a:t>
            </a:r>
            <a:endParaRPr lang="en-US" sz="900" b="1" dirty="0">
              <a:solidFill>
                <a:schemeClr val="accent1"/>
              </a:solidFill>
            </a:endParaRPr>
          </a:p>
        </p:txBody>
      </p:sp>
      <p:sp>
        <p:nvSpPr>
          <p:cNvPr id="339" name="Rectangle 298">
            <a:extLst>
              <a:ext uri="{FF2B5EF4-FFF2-40B4-BE49-F238E27FC236}">
                <a16:creationId xmlns:a16="http://schemas.microsoft.com/office/drawing/2014/main" id="{92729F0B-AB2E-494A-8D4D-806B603639B6}"/>
              </a:ext>
            </a:extLst>
          </p:cNvPr>
          <p:cNvSpPr/>
          <p:nvPr/>
        </p:nvSpPr>
        <p:spPr>
          <a:xfrm>
            <a:off x="3594017" y="10017218"/>
            <a:ext cx="1627945" cy="326072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IPSD Marketing</a:t>
            </a:r>
            <a:endParaRPr lang="en-US" sz="105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49" name="Rectangle 468">
            <a:extLst>
              <a:ext uri="{FF2B5EF4-FFF2-40B4-BE49-F238E27FC236}">
                <a16:creationId xmlns:a16="http://schemas.microsoft.com/office/drawing/2014/main" id="{5FF4F0B4-878B-4450-9D20-66354D19C96A}"/>
              </a:ext>
            </a:extLst>
          </p:cNvPr>
          <p:cNvSpPr/>
          <p:nvPr/>
        </p:nvSpPr>
        <p:spPr>
          <a:xfrm>
            <a:off x="5636258" y="8876916"/>
            <a:ext cx="2669578" cy="131952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Whosaler Sales</a:t>
            </a: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54" name="Text Box 66">
            <a:extLst>
              <a:ext uri="{FF2B5EF4-FFF2-40B4-BE49-F238E27FC236}">
                <a16:creationId xmlns:a16="http://schemas.microsoft.com/office/drawing/2014/main" id="{A8FA8B04-0E3C-4B64-A447-DBDDCCD5D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9634" y="7416279"/>
            <a:ext cx="1483097" cy="2673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900" dirty="0"/>
              <a:t>C. Jasso (M)  </a:t>
            </a:r>
            <a:endParaRPr lang="en-US" sz="900" dirty="0"/>
          </a:p>
        </p:txBody>
      </p:sp>
      <p:sp>
        <p:nvSpPr>
          <p:cNvPr id="340" name="Rectangle 449">
            <a:extLst>
              <a:ext uri="{FF2B5EF4-FFF2-40B4-BE49-F238E27FC236}">
                <a16:creationId xmlns:a16="http://schemas.microsoft.com/office/drawing/2014/main" id="{6A02E94C-F77C-4F1C-B5FA-3655D81D6B3D}"/>
              </a:ext>
            </a:extLst>
          </p:cNvPr>
          <p:cNvSpPr/>
          <p:nvPr/>
        </p:nvSpPr>
        <p:spPr>
          <a:xfrm>
            <a:off x="5661995" y="11497996"/>
            <a:ext cx="2717315" cy="140641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Consumer Care Center</a:t>
            </a:r>
          </a:p>
        </p:txBody>
      </p:sp>
      <p:sp>
        <p:nvSpPr>
          <p:cNvPr id="362" name="Rectangle 471">
            <a:extLst>
              <a:ext uri="{FF2B5EF4-FFF2-40B4-BE49-F238E27FC236}">
                <a16:creationId xmlns:a16="http://schemas.microsoft.com/office/drawing/2014/main" id="{4F714177-460C-460B-BEE8-973CB03CC7EE}"/>
              </a:ext>
            </a:extLst>
          </p:cNvPr>
          <p:cNvSpPr/>
          <p:nvPr/>
        </p:nvSpPr>
        <p:spPr>
          <a:xfrm>
            <a:off x="5655371" y="7647745"/>
            <a:ext cx="2669578" cy="12795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Enterprise Business Solutions Direct Sales</a:t>
            </a:r>
          </a:p>
          <a:p>
            <a:pPr algn="ctr">
              <a:defRPr/>
            </a:pP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63" name="Text Box 66">
            <a:extLst>
              <a:ext uri="{FF2B5EF4-FFF2-40B4-BE49-F238E27FC236}">
                <a16:creationId xmlns:a16="http://schemas.microsoft.com/office/drawing/2014/main" id="{81B8CC14-5B61-4CE6-B36F-87CDD43B5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4036" y="7574570"/>
            <a:ext cx="1483097" cy="2673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900" dirty="0"/>
              <a:t>C. Jasso (M)   </a:t>
            </a:r>
            <a:endParaRPr lang="en-US" sz="900" dirty="0"/>
          </a:p>
        </p:txBody>
      </p:sp>
      <p:sp>
        <p:nvSpPr>
          <p:cNvPr id="370" name="Rectangle 321">
            <a:extLst>
              <a:ext uri="{FF2B5EF4-FFF2-40B4-BE49-F238E27FC236}">
                <a16:creationId xmlns:a16="http://schemas.microsoft.com/office/drawing/2014/main" id="{0B1BA248-8D10-4498-8042-0C9DC9072465}"/>
              </a:ext>
            </a:extLst>
          </p:cNvPr>
          <p:cNvSpPr/>
          <p:nvPr/>
        </p:nvSpPr>
        <p:spPr>
          <a:xfrm>
            <a:off x="5663123" y="10869198"/>
            <a:ext cx="2716595" cy="158366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North Zone MFP Sales Marketing</a:t>
            </a:r>
          </a:p>
        </p:txBody>
      </p:sp>
      <p:sp>
        <p:nvSpPr>
          <p:cNvPr id="371" name="TextBox 173">
            <a:extLst>
              <a:ext uri="{FF2B5EF4-FFF2-40B4-BE49-F238E27FC236}">
                <a16:creationId xmlns:a16="http://schemas.microsoft.com/office/drawing/2014/main" id="{A13CBD73-DD9E-4B9F-98D6-5DDE8DE14D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5847" y="10818719"/>
            <a:ext cx="1152861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K. Ortiz (M)</a:t>
            </a:r>
            <a:endParaRPr lang="en-US" sz="1000" dirty="0"/>
          </a:p>
        </p:txBody>
      </p:sp>
      <p:sp>
        <p:nvSpPr>
          <p:cNvPr id="372" name="Text Box 66">
            <a:extLst>
              <a:ext uri="{FF2B5EF4-FFF2-40B4-BE49-F238E27FC236}">
                <a16:creationId xmlns:a16="http://schemas.microsoft.com/office/drawing/2014/main" id="{5E2D6AE5-539F-4EDB-96B1-B3DF7F6EF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0009" y="10978666"/>
            <a:ext cx="1698316" cy="28276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M. González (D)</a:t>
            </a:r>
          </a:p>
        </p:txBody>
      </p:sp>
      <p:sp>
        <p:nvSpPr>
          <p:cNvPr id="373" name="Rectangle 321">
            <a:extLst>
              <a:ext uri="{FF2B5EF4-FFF2-40B4-BE49-F238E27FC236}">
                <a16:creationId xmlns:a16="http://schemas.microsoft.com/office/drawing/2014/main" id="{68FE2CAD-B8D4-47A8-8772-96742E0B119D}"/>
              </a:ext>
            </a:extLst>
          </p:cNvPr>
          <p:cNvSpPr/>
          <p:nvPr/>
        </p:nvSpPr>
        <p:spPr>
          <a:xfrm>
            <a:off x="5661997" y="11041659"/>
            <a:ext cx="2709661" cy="144192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North Zone Consumer Sales Marketing</a:t>
            </a:r>
          </a:p>
        </p:txBody>
      </p:sp>
      <p:cxnSp>
        <p:nvCxnSpPr>
          <p:cNvPr id="381" name="Elbow Connector 521">
            <a:extLst>
              <a:ext uri="{FF2B5EF4-FFF2-40B4-BE49-F238E27FC236}">
                <a16:creationId xmlns:a16="http://schemas.microsoft.com/office/drawing/2014/main" id="{F752A03A-0D9E-43AE-82C0-C1268E441F9E}"/>
              </a:ext>
            </a:extLst>
          </p:cNvPr>
          <p:cNvCxnSpPr>
            <a:cxnSpLocks/>
            <a:stCxn id="340" idx="1"/>
            <a:endCxn id="335" idx="1"/>
          </p:cNvCxnSpPr>
          <p:nvPr/>
        </p:nvCxnSpPr>
        <p:spPr>
          <a:xfrm rot="10800000" flipH="1" flipV="1">
            <a:off x="5661994" y="11568316"/>
            <a:ext cx="1" cy="329259"/>
          </a:xfrm>
          <a:prstGeom prst="bentConnector3">
            <a:avLst>
              <a:gd name="adj1" fmla="val -2286000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5" name="Straight Connector 290">
            <a:extLst>
              <a:ext uri="{FF2B5EF4-FFF2-40B4-BE49-F238E27FC236}">
                <a16:creationId xmlns:a16="http://schemas.microsoft.com/office/drawing/2014/main" id="{4EAE8400-BAA1-4C8A-ACBD-ED0AE4ABBDAB}"/>
              </a:ext>
            </a:extLst>
          </p:cNvPr>
          <p:cNvCxnSpPr>
            <a:cxnSpLocks/>
            <a:endCxn id="379" idx="1"/>
          </p:cNvCxnSpPr>
          <p:nvPr/>
        </p:nvCxnSpPr>
        <p:spPr>
          <a:xfrm>
            <a:off x="5454605" y="6277609"/>
            <a:ext cx="187957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2" name="Rectangle 256">
            <a:extLst>
              <a:ext uri="{FF2B5EF4-FFF2-40B4-BE49-F238E27FC236}">
                <a16:creationId xmlns:a16="http://schemas.microsoft.com/office/drawing/2014/main" id="{53835E3B-4175-4C9F-8373-0A5F6668F6A9}"/>
              </a:ext>
            </a:extLst>
          </p:cNvPr>
          <p:cNvSpPr/>
          <p:nvPr/>
        </p:nvSpPr>
        <p:spPr>
          <a:xfrm>
            <a:off x="5638627" y="5228205"/>
            <a:ext cx="2669578" cy="138360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Product Control 2 </a:t>
            </a:r>
          </a:p>
        </p:txBody>
      </p:sp>
      <p:sp>
        <p:nvSpPr>
          <p:cNvPr id="292" name="TextBox 173">
            <a:extLst>
              <a:ext uri="{FF2B5EF4-FFF2-40B4-BE49-F238E27FC236}">
                <a16:creationId xmlns:a16="http://schemas.microsoft.com/office/drawing/2014/main" id="{4CD98F0C-05B0-4648-9183-F0B4F92DB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8659" y="5188260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marL="319236" indent="-319236"/>
            <a:r>
              <a:rPr lang="es-MX" sz="1000" dirty="0"/>
              <a:t>A. Villalpando (M)</a:t>
            </a:r>
          </a:p>
        </p:txBody>
      </p:sp>
      <p:cxnSp>
        <p:nvCxnSpPr>
          <p:cNvPr id="300" name="Connector: Elbow 347">
            <a:extLst>
              <a:ext uri="{FF2B5EF4-FFF2-40B4-BE49-F238E27FC236}">
                <a16:creationId xmlns:a16="http://schemas.microsoft.com/office/drawing/2014/main" id="{AFD51472-C416-44EC-95EA-728CD6B13877}"/>
              </a:ext>
            </a:extLst>
          </p:cNvPr>
          <p:cNvCxnSpPr>
            <a:cxnSpLocks/>
            <a:stCxn id="272" idx="1"/>
            <a:endCxn id="304" idx="1"/>
          </p:cNvCxnSpPr>
          <p:nvPr/>
        </p:nvCxnSpPr>
        <p:spPr>
          <a:xfrm rot="10800000" flipH="1" flipV="1">
            <a:off x="5638626" y="5297384"/>
            <a:ext cx="7689" cy="401591"/>
          </a:xfrm>
          <a:prstGeom prst="bentConnector3">
            <a:avLst>
              <a:gd name="adj1" fmla="val -2477565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3" name="Rectangle 232">
            <a:extLst>
              <a:ext uri="{FF2B5EF4-FFF2-40B4-BE49-F238E27FC236}">
                <a16:creationId xmlns:a16="http://schemas.microsoft.com/office/drawing/2014/main" id="{4D081A27-4DCC-4CC7-AEBF-A8A30D05C042}"/>
              </a:ext>
            </a:extLst>
          </p:cNvPr>
          <p:cNvSpPr/>
          <p:nvPr/>
        </p:nvSpPr>
        <p:spPr>
          <a:xfrm>
            <a:off x="5651748" y="6453625"/>
            <a:ext cx="2669578" cy="17093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New Business Sales Marketing</a:t>
            </a: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cxnSp>
        <p:nvCxnSpPr>
          <p:cNvPr id="303" name="Straight Connector 254">
            <a:extLst>
              <a:ext uri="{FF2B5EF4-FFF2-40B4-BE49-F238E27FC236}">
                <a16:creationId xmlns:a16="http://schemas.microsoft.com/office/drawing/2014/main" id="{FD8A1D45-0C1E-4D19-A0E2-CFB7A07DBA96}"/>
              </a:ext>
            </a:extLst>
          </p:cNvPr>
          <p:cNvCxnSpPr>
            <a:cxnSpLocks/>
          </p:cNvCxnSpPr>
          <p:nvPr/>
        </p:nvCxnSpPr>
        <p:spPr>
          <a:xfrm>
            <a:off x="5263666" y="9142294"/>
            <a:ext cx="15390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7" name="Elbow Connector 521">
            <a:extLst>
              <a:ext uri="{FF2B5EF4-FFF2-40B4-BE49-F238E27FC236}">
                <a16:creationId xmlns:a16="http://schemas.microsoft.com/office/drawing/2014/main" id="{DE79D828-711E-4AB6-A0B1-424AFE53DD15}"/>
              </a:ext>
            </a:extLst>
          </p:cNvPr>
          <p:cNvCxnSpPr>
            <a:cxnSpLocks/>
            <a:endCxn id="233" idx="1"/>
          </p:cNvCxnSpPr>
          <p:nvPr/>
        </p:nvCxnSpPr>
        <p:spPr>
          <a:xfrm rot="16200000" flipH="1">
            <a:off x="5426919" y="6314263"/>
            <a:ext cx="273044" cy="176614"/>
          </a:xfrm>
          <a:prstGeom prst="bentConnector2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3" name="Elbow Connector 474">
            <a:extLst>
              <a:ext uri="{FF2B5EF4-FFF2-40B4-BE49-F238E27FC236}">
                <a16:creationId xmlns:a16="http://schemas.microsoft.com/office/drawing/2014/main" id="{21947CDC-0355-4AF2-876B-4B41EE5F71D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374581" y="9136984"/>
            <a:ext cx="302752" cy="220605"/>
          </a:xfrm>
          <a:prstGeom prst="bentConnector2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6" name="Rectangle 471">
            <a:extLst>
              <a:ext uri="{FF2B5EF4-FFF2-40B4-BE49-F238E27FC236}">
                <a16:creationId xmlns:a16="http://schemas.microsoft.com/office/drawing/2014/main" id="{E576770E-8338-4DAF-9B19-BC5D836AC354}"/>
              </a:ext>
            </a:extLst>
          </p:cNvPr>
          <p:cNvSpPr/>
          <p:nvPr/>
        </p:nvSpPr>
        <p:spPr>
          <a:xfrm>
            <a:off x="5640805" y="9576035"/>
            <a:ext cx="2658261" cy="146696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Reatil Sales</a:t>
            </a:r>
          </a:p>
        </p:txBody>
      </p:sp>
      <p:sp>
        <p:nvSpPr>
          <p:cNvPr id="359" name="Text Box 66">
            <a:extLst>
              <a:ext uri="{FF2B5EF4-FFF2-40B4-BE49-F238E27FC236}">
                <a16:creationId xmlns:a16="http://schemas.microsoft.com/office/drawing/2014/main" id="{ABB9D71F-AA15-44D1-9B94-1102F3C39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8800" y="7200255"/>
            <a:ext cx="2096636" cy="25198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marL="319236" indent="-319236" algn="ctr">
              <a:spcBef>
                <a:spcPts val="0"/>
              </a:spcBef>
            </a:pPr>
            <a:r>
              <a:rPr lang="es-MX" sz="800" dirty="0"/>
              <a:t>D. Garza (SM)</a:t>
            </a:r>
            <a:endParaRPr lang="en-US" sz="800" dirty="0"/>
          </a:p>
        </p:txBody>
      </p:sp>
      <p:sp>
        <p:nvSpPr>
          <p:cNvPr id="369" name="Rectangle 123">
            <a:extLst>
              <a:ext uri="{FF2B5EF4-FFF2-40B4-BE49-F238E27FC236}">
                <a16:creationId xmlns:a16="http://schemas.microsoft.com/office/drawing/2014/main" id="{5D9564EC-99AF-4BF1-B3E1-90BCFC0B84D8}"/>
              </a:ext>
            </a:extLst>
          </p:cNvPr>
          <p:cNvSpPr/>
          <p:nvPr/>
        </p:nvSpPr>
        <p:spPr>
          <a:xfrm>
            <a:off x="3577520" y="7380230"/>
            <a:ext cx="1630972" cy="18819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b="1" dirty="0">
                <a:solidFill>
                  <a:schemeClr val="accent1"/>
                </a:solidFill>
                <a:latin typeface="Arial" charset="0"/>
                <a:cs typeface="Arial" charset="0"/>
              </a:rPr>
              <a:t>Office </a:t>
            </a:r>
            <a:r>
              <a:rPr lang="en-US" sz="1000" b="1" dirty="0">
                <a:solidFill>
                  <a:schemeClr val="accent1"/>
                </a:solidFill>
                <a:latin typeface="Arial" charset="0"/>
                <a:cs typeface="Arial" charset="0"/>
              </a:rPr>
              <a:t>Dealer</a:t>
            </a:r>
            <a:r>
              <a:rPr lang="es-MX" sz="1000" b="1" dirty="0">
                <a:solidFill>
                  <a:schemeClr val="accent1"/>
                </a:solidFill>
                <a:latin typeface="Arial" charset="0"/>
                <a:cs typeface="Arial" charset="0"/>
              </a:rPr>
              <a:t> Sales</a:t>
            </a:r>
            <a:endParaRPr lang="en-US" sz="1000" b="1" dirty="0">
              <a:solidFill>
                <a:schemeClr val="accent1"/>
              </a:solidFill>
              <a:latin typeface="Arial" charset="0"/>
              <a:cs typeface="Arial" charset="0"/>
            </a:endParaRPr>
          </a:p>
        </p:txBody>
      </p:sp>
      <p:cxnSp>
        <p:nvCxnSpPr>
          <p:cNvPr id="387" name="Elbow Connector 234">
            <a:extLst>
              <a:ext uri="{FF2B5EF4-FFF2-40B4-BE49-F238E27FC236}">
                <a16:creationId xmlns:a16="http://schemas.microsoft.com/office/drawing/2014/main" id="{D594ACCD-692C-4319-A7AA-E3F9F3476F48}"/>
              </a:ext>
            </a:extLst>
          </p:cNvPr>
          <p:cNvCxnSpPr>
            <a:cxnSpLocks/>
            <a:endCxn id="230" idx="1"/>
          </p:cNvCxnSpPr>
          <p:nvPr/>
        </p:nvCxnSpPr>
        <p:spPr>
          <a:xfrm rot="5400000" flipH="1" flipV="1">
            <a:off x="5147926" y="5411471"/>
            <a:ext cx="788799" cy="184249"/>
          </a:xfrm>
          <a:prstGeom prst="bentConnector2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8" name="Rectangle 321">
            <a:extLst>
              <a:ext uri="{FF2B5EF4-FFF2-40B4-BE49-F238E27FC236}">
                <a16:creationId xmlns:a16="http://schemas.microsoft.com/office/drawing/2014/main" id="{FEB56606-D506-4659-874F-4F96BE305053}"/>
              </a:ext>
            </a:extLst>
          </p:cNvPr>
          <p:cNvSpPr/>
          <p:nvPr/>
        </p:nvSpPr>
        <p:spPr>
          <a:xfrm>
            <a:off x="5656754" y="11220143"/>
            <a:ext cx="2722953" cy="13575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North Zone Sales Marketing Operation</a:t>
            </a:r>
          </a:p>
        </p:txBody>
      </p:sp>
      <p:sp>
        <p:nvSpPr>
          <p:cNvPr id="391" name="Text Box 66">
            <a:extLst>
              <a:ext uri="{FF2B5EF4-FFF2-40B4-BE49-F238E27FC236}">
                <a16:creationId xmlns:a16="http://schemas.microsoft.com/office/drawing/2014/main" id="{0899BA50-D1CE-4CF0-9E37-C66218BE9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8214" y="11127346"/>
            <a:ext cx="1698316" cy="28276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C. Miranda (M)</a:t>
            </a:r>
          </a:p>
        </p:txBody>
      </p:sp>
      <p:sp>
        <p:nvSpPr>
          <p:cNvPr id="266" name="TextBox 57">
            <a:extLst>
              <a:ext uri="{FF2B5EF4-FFF2-40B4-BE49-F238E27FC236}">
                <a16:creationId xmlns:a16="http://schemas.microsoft.com/office/drawing/2014/main" id="{B77C1A3D-EA54-4623-B708-92D755020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488" y="4892683"/>
            <a:ext cx="1282032" cy="5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r>
              <a:rPr lang="en-US" sz="1000" b="1" dirty="0">
                <a:solidFill>
                  <a:schemeClr val="accent1"/>
                </a:solidFill>
              </a:rPr>
              <a:t>T. Ikezoe (SF)</a:t>
            </a:r>
          </a:p>
          <a:p>
            <a:pPr algn="ctr"/>
            <a:r>
              <a:rPr lang="es-MX" sz="1000" dirty="0"/>
              <a:t>A. Martínez (D)</a:t>
            </a:r>
          </a:p>
          <a:p>
            <a:pPr algn="ctr"/>
            <a:endParaRPr lang="es-MX" sz="1000" dirty="0"/>
          </a:p>
        </p:txBody>
      </p:sp>
      <p:sp>
        <p:nvSpPr>
          <p:cNvPr id="315" name="Text Box 66">
            <a:extLst>
              <a:ext uri="{FF2B5EF4-FFF2-40B4-BE49-F238E27FC236}">
                <a16:creationId xmlns:a16="http://schemas.microsoft.com/office/drawing/2014/main" id="{96CCCA8F-1748-4119-9D6D-DDB8656F1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8978" y="9765612"/>
            <a:ext cx="1597081" cy="2673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r>
              <a:rPr lang="es-MX" sz="900" dirty="0"/>
              <a:t>T. Onaka (SM)</a:t>
            </a:r>
          </a:p>
        </p:txBody>
      </p:sp>
      <p:sp>
        <p:nvSpPr>
          <p:cNvPr id="347" name="Rectangle 321">
            <a:extLst>
              <a:ext uri="{FF2B5EF4-FFF2-40B4-BE49-F238E27FC236}">
                <a16:creationId xmlns:a16="http://schemas.microsoft.com/office/drawing/2014/main" id="{BF73523C-A0D9-488E-A946-AC0FC770710B}"/>
              </a:ext>
            </a:extLst>
          </p:cNvPr>
          <p:cNvSpPr/>
          <p:nvPr/>
        </p:nvSpPr>
        <p:spPr>
          <a:xfrm>
            <a:off x="5638627" y="6867363"/>
            <a:ext cx="2669578" cy="17093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Consumer LAG Digital Marketing</a:t>
            </a:r>
          </a:p>
        </p:txBody>
      </p:sp>
      <p:sp>
        <p:nvSpPr>
          <p:cNvPr id="348" name="TextBox 173">
            <a:extLst>
              <a:ext uri="{FF2B5EF4-FFF2-40B4-BE49-F238E27FC236}">
                <a16:creationId xmlns:a16="http://schemas.microsoft.com/office/drawing/2014/main" id="{6E07EE6A-3077-4B59-87E0-E84AAE72D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4035" y="6808277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S. Rodríguez (SM)</a:t>
            </a:r>
            <a:endParaRPr lang="en-US" sz="1000" dirty="0"/>
          </a:p>
        </p:txBody>
      </p:sp>
      <p:sp>
        <p:nvSpPr>
          <p:cNvPr id="382" name="Rectangle 298">
            <a:extLst>
              <a:ext uri="{FF2B5EF4-FFF2-40B4-BE49-F238E27FC236}">
                <a16:creationId xmlns:a16="http://schemas.microsoft.com/office/drawing/2014/main" id="{F65B7702-D640-47A2-9588-749D7BA9B783}"/>
              </a:ext>
            </a:extLst>
          </p:cNvPr>
          <p:cNvSpPr/>
          <p:nvPr/>
        </p:nvSpPr>
        <p:spPr>
          <a:xfrm>
            <a:off x="3682337" y="6845882"/>
            <a:ext cx="1627945" cy="277729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Consumer LAG Marketing</a:t>
            </a: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85" name="Text Box 66">
            <a:extLst>
              <a:ext uri="{FF2B5EF4-FFF2-40B4-BE49-F238E27FC236}">
                <a16:creationId xmlns:a16="http://schemas.microsoft.com/office/drawing/2014/main" id="{66AA6AF9-3E5F-4AE9-B7CE-EF365427C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7532" y="6615201"/>
            <a:ext cx="1597081" cy="2673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r>
              <a:rPr lang="es-MX" sz="900" dirty="0"/>
              <a:t>S. Rodríguez (SM)</a:t>
            </a:r>
          </a:p>
        </p:txBody>
      </p:sp>
      <p:cxnSp>
        <p:nvCxnSpPr>
          <p:cNvPr id="397" name="Elbow Connector 244">
            <a:extLst>
              <a:ext uri="{FF2B5EF4-FFF2-40B4-BE49-F238E27FC236}">
                <a16:creationId xmlns:a16="http://schemas.microsoft.com/office/drawing/2014/main" id="{6AC1A1C1-2153-4431-8795-77E0B73A2B11}"/>
              </a:ext>
            </a:extLst>
          </p:cNvPr>
          <p:cNvCxnSpPr>
            <a:cxnSpLocks/>
            <a:stCxn id="382" idx="1"/>
            <a:endCxn id="329" idx="3"/>
          </p:cNvCxnSpPr>
          <p:nvPr/>
        </p:nvCxnSpPr>
        <p:spPr>
          <a:xfrm rot="10800000">
            <a:off x="3346751" y="6569423"/>
            <a:ext cx="335586" cy="41532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8" name="TextBox 57">
            <a:extLst>
              <a:ext uri="{FF2B5EF4-FFF2-40B4-BE49-F238E27FC236}">
                <a16:creationId xmlns:a16="http://schemas.microsoft.com/office/drawing/2014/main" id="{14F30118-06B2-4BA9-B424-C5F1D6280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5196" y="5985109"/>
            <a:ext cx="1282032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r>
              <a:rPr lang="es-MX" sz="1000" dirty="0"/>
              <a:t>M. Takagi (P)</a:t>
            </a:r>
            <a:endParaRPr lang="en-US" sz="1000" dirty="0"/>
          </a:p>
        </p:txBody>
      </p:sp>
      <p:sp>
        <p:nvSpPr>
          <p:cNvPr id="400" name="Text Box 66">
            <a:extLst>
              <a:ext uri="{FF2B5EF4-FFF2-40B4-BE49-F238E27FC236}">
                <a16:creationId xmlns:a16="http://schemas.microsoft.com/office/drawing/2014/main" id="{C2EC099E-F7F4-40B6-8289-1B2D5D006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0837" y="9536191"/>
            <a:ext cx="1483097" cy="2673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r>
              <a:rPr lang="es-MX" sz="900" dirty="0"/>
              <a:t>D. Bastida (M)  </a:t>
            </a:r>
            <a:endParaRPr lang="en-US" sz="900" dirty="0"/>
          </a:p>
        </p:txBody>
      </p:sp>
      <p:cxnSp>
        <p:nvCxnSpPr>
          <p:cNvPr id="402" name="Straight Connector 254">
            <a:extLst>
              <a:ext uri="{FF2B5EF4-FFF2-40B4-BE49-F238E27FC236}">
                <a16:creationId xmlns:a16="http://schemas.microsoft.com/office/drawing/2014/main" id="{9B481070-26DE-4534-BE5E-570291449926}"/>
              </a:ext>
            </a:extLst>
          </p:cNvPr>
          <p:cNvCxnSpPr>
            <a:cxnSpLocks/>
            <a:stCxn id="447" idx="3"/>
            <a:endCxn id="444" idx="1"/>
          </p:cNvCxnSpPr>
          <p:nvPr/>
        </p:nvCxnSpPr>
        <p:spPr>
          <a:xfrm flipV="1">
            <a:off x="3321172" y="11746472"/>
            <a:ext cx="226371" cy="195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6" name="Rectangle 334">
            <a:extLst>
              <a:ext uri="{FF2B5EF4-FFF2-40B4-BE49-F238E27FC236}">
                <a16:creationId xmlns:a16="http://schemas.microsoft.com/office/drawing/2014/main" id="{4C4AB636-8F30-477F-A03E-2F84F07150F2}"/>
              </a:ext>
            </a:extLst>
          </p:cNvPr>
          <p:cNvSpPr/>
          <p:nvPr/>
        </p:nvSpPr>
        <p:spPr>
          <a:xfrm>
            <a:off x="5650615" y="5990979"/>
            <a:ext cx="2669578" cy="129871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MFP Service </a:t>
            </a: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Administration</a:t>
            </a:r>
          </a:p>
        </p:txBody>
      </p:sp>
      <p:sp>
        <p:nvSpPr>
          <p:cNvPr id="273" name="TextBox 174">
            <a:extLst>
              <a:ext uri="{FF2B5EF4-FFF2-40B4-BE49-F238E27FC236}">
                <a16:creationId xmlns:a16="http://schemas.microsoft.com/office/drawing/2014/main" id="{187B4092-4275-470B-B6D3-DF3D658A8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2096" y="5909845"/>
            <a:ext cx="1873598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A. Valerio (M)</a:t>
            </a:r>
          </a:p>
        </p:txBody>
      </p:sp>
      <p:cxnSp>
        <p:nvCxnSpPr>
          <p:cNvPr id="301" name="Elbow Connector 214">
            <a:extLst>
              <a:ext uri="{FF2B5EF4-FFF2-40B4-BE49-F238E27FC236}">
                <a16:creationId xmlns:a16="http://schemas.microsoft.com/office/drawing/2014/main" id="{3A3485C7-7F52-436E-BE8B-5BDD931462AD}"/>
              </a:ext>
            </a:extLst>
          </p:cNvPr>
          <p:cNvCxnSpPr>
            <a:cxnSpLocks/>
            <a:endCxn id="236" idx="1"/>
          </p:cNvCxnSpPr>
          <p:nvPr/>
        </p:nvCxnSpPr>
        <p:spPr>
          <a:xfrm rot="16200000" flipH="1">
            <a:off x="5423482" y="5828781"/>
            <a:ext cx="253853" cy="200414"/>
          </a:xfrm>
          <a:prstGeom prst="bentConnector2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" name="Rectangle 149"/>
          <p:cNvSpPr/>
          <p:nvPr/>
        </p:nvSpPr>
        <p:spPr>
          <a:xfrm>
            <a:off x="2248202" y="1629907"/>
            <a:ext cx="1065271" cy="367004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Finance </a:t>
            </a:r>
            <a:endParaRPr lang="en-US" sz="10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cxnSp>
        <p:nvCxnSpPr>
          <p:cNvPr id="311" name="Straight Connector 266">
            <a:extLst>
              <a:ext uri="{FF2B5EF4-FFF2-40B4-BE49-F238E27FC236}">
                <a16:creationId xmlns:a16="http://schemas.microsoft.com/office/drawing/2014/main" id="{450FB601-5604-4D23-A59B-5A9321BA7CE8}"/>
              </a:ext>
            </a:extLst>
          </p:cNvPr>
          <p:cNvCxnSpPr>
            <a:cxnSpLocks/>
          </p:cNvCxnSpPr>
          <p:nvPr/>
        </p:nvCxnSpPr>
        <p:spPr>
          <a:xfrm flipV="1">
            <a:off x="1924000" y="325867"/>
            <a:ext cx="3583779" cy="304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5" name="Rectangle 328">
            <a:extLst>
              <a:ext uri="{FF2B5EF4-FFF2-40B4-BE49-F238E27FC236}">
                <a16:creationId xmlns:a16="http://schemas.microsoft.com/office/drawing/2014/main" id="{28EC7142-E663-4FE7-BD75-07A810345B64}"/>
              </a:ext>
            </a:extLst>
          </p:cNvPr>
          <p:cNvSpPr/>
          <p:nvPr/>
        </p:nvSpPr>
        <p:spPr>
          <a:xfrm>
            <a:off x="2243065" y="5256039"/>
            <a:ext cx="1109621" cy="668002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IPSD Business Planning</a:t>
            </a:r>
          </a:p>
          <a:p>
            <a:pPr algn="ctr">
              <a:defRPr/>
            </a:pP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 </a:t>
            </a:r>
            <a:endParaRPr lang="en-U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37" name="Rectangle 123">
            <a:extLst>
              <a:ext uri="{FF2B5EF4-FFF2-40B4-BE49-F238E27FC236}">
                <a16:creationId xmlns:a16="http://schemas.microsoft.com/office/drawing/2014/main" id="{79855756-8879-43C3-9A32-3662637341CA}"/>
              </a:ext>
            </a:extLst>
          </p:cNvPr>
          <p:cNvSpPr/>
          <p:nvPr/>
        </p:nvSpPr>
        <p:spPr>
          <a:xfrm>
            <a:off x="3659477" y="5472063"/>
            <a:ext cx="1659059" cy="18601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Business Planning</a:t>
            </a:r>
            <a:endParaRPr lang="en-US" sz="10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42" name="Text Box 66">
            <a:extLst>
              <a:ext uri="{FF2B5EF4-FFF2-40B4-BE49-F238E27FC236}">
                <a16:creationId xmlns:a16="http://schemas.microsoft.com/office/drawing/2014/main" id="{3491AA81-B45D-48B4-811F-80B57732B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863" y="10632153"/>
            <a:ext cx="1597081" cy="28276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r>
              <a:rPr lang="es-MX" sz="1000" dirty="0"/>
              <a:t>M. González (D)</a:t>
            </a:r>
          </a:p>
        </p:txBody>
      </p:sp>
      <p:sp>
        <p:nvSpPr>
          <p:cNvPr id="312" name="Rectangle 87">
            <a:extLst>
              <a:ext uri="{FF2B5EF4-FFF2-40B4-BE49-F238E27FC236}">
                <a16:creationId xmlns:a16="http://schemas.microsoft.com/office/drawing/2014/main" id="{D8DA00ED-0587-4D52-9B73-908F60B39F41}"/>
              </a:ext>
            </a:extLst>
          </p:cNvPr>
          <p:cNvSpPr/>
          <p:nvPr/>
        </p:nvSpPr>
        <p:spPr>
          <a:xfrm>
            <a:off x="3632649" y="2060129"/>
            <a:ext cx="1659059" cy="18601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Budget &amp; Treasury </a:t>
            </a:r>
            <a:endParaRPr lang="en-US" sz="10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cxnSp>
        <p:nvCxnSpPr>
          <p:cNvPr id="314" name="Straight Connector 279">
            <a:extLst>
              <a:ext uri="{FF2B5EF4-FFF2-40B4-BE49-F238E27FC236}">
                <a16:creationId xmlns:a16="http://schemas.microsoft.com/office/drawing/2014/main" id="{968514D9-AEE3-4694-B19B-06BF8101C6D2}"/>
              </a:ext>
            </a:extLst>
          </p:cNvPr>
          <p:cNvCxnSpPr>
            <a:cxnSpLocks/>
          </p:cNvCxnSpPr>
          <p:nvPr/>
        </p:nvCxnSpPr>
        <p:spPr>
          <a:xfrm>
            <a:off x="3459563" y="2158651"/>
            <a:ext cx="175961" cy="104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5" name="Straight Connector 279">
            <a:extLst>
              <a:ext uri="{FF2B5EF4-FFF2-40B4-BE49-F238E27FC236}">
                <a16:creationId xmlns:a16="http://schemas.microsoft.com/office/drawing/2014/main" id="{ED8E2A97-450E-484D-846F-C10F153F4431}"/>
              </a:ext>
            </a:extLst>
          </p:cNvPr>
          <p:cNvCxnSpPr>
            <a:cxnSpLocks/>
          </p:cNvCxnSpPr>
          <p:nvPr/>
        </p:nvCxnSpPr>
        <p:spPr>
          <a:xfrm>
            <a:off x="5294675" y="2159695"/>
            <a:ext cx="34395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0" name="Straight Connector 62">
            <a:extLst>
              <a:ext uri="{FF2B5EF4-FFF2-40B4-BE49-F238E27FC236}">
                <a16:creationId xmlns:a16="http://schemas.microsoft.com/office/drawing/2014/main" id="{00CA011B-E5B1-4313-A3DB-558BAB48980A}"/>
              </a:ext>
            </a:extLst>
          </p:cNvPr>
          <p:cNvCxnSpPr>
            <a:cxnSpLocks/>
          </p:cNvCxnSpPr>
          <p:nvPr/>
        </p:nvCxnSpPr>
        <p:spPr>
          <a:xfrm>
            <a:off x="5283682" y="1825055"/>
            <a:ext cx="387116" cy="10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7" name="TextBox 57">
            <a:extLst>
              <a:ext uri="{FF2B5EF4-FFF2-40B4-BE49-F238E27FC236}">
                <a16:creationId xmlns:a16="http://schemas.microsoft.com/office/drawing/2014/main" id="{C28A72DF-E28D-4D30-BC20-34F60BC97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0010" y="1854362"/>
            <a:ext cx="2207722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 anchor="b">
            <a:spAutoFit/>
          </a:bodyPr>
          <a:lstStyle/>
          <a:p>
            <a:pPr algn="ctr"/>
            <a:r>
              <a:rPr lang="es-MX" sz="1000" dirty="0"/>
              <a:t>T. Shigemoto (D)</a:t>
            </a:r>
          </a:p>
        </p:txBody>
      </p:sp>
      <p:sp>
        <p:nvSpPr>
          <p:cNvPr id="355" name="Text Box 66">
            <a:extLst>
              <a:ext uri="{FF2B5EF4-FFF2-40B4-BE49-F238E27FC236}">
                <a16:creationId xmlns:a16="http://schemas.microsoft.com/office/drawing/2014/main" id="{38636D7D-09EF-4C4B-ACBF-251E0AB95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4627" y="5976119"/>
            <a:ext cx="1597081" cy="42126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r>
              <a:rPr lang="es-MX" sz="900" b="1" dirty="0">
                <a:solidFill>
                  <a:schemeClr val="accent1"/>
                </a:solidFill>
              </a:rPr>
              <a:t>A. Gonzalez (SM)</a:t>
            </a:r>
            <a:endParaRPr lang="en-US" sz="900" b="1" dirty="0">
              <a:solidFill>
                <a:schemeClr val="accent1"/>
              </a:solidFill>
            </a:endParaRPr>
          </a:p>
          <a:p>
            <a:pPr algn="ctr"/>
            <a:endParaRPr lang="es-MX" sz="1000" dirty="0"/>
          </a:p>
        </p:txBody>
      </p:sp>
      <p:sp>
        <p:nvSpPr>
          <p:cNvPr id="361" name="Rectangle 321">
            <a:extLst>
              <a:ext uri="{FF2B5EF4-FFF2-40B4-BE49-F238E27FC236}">
                <a16:creationId xmlns:a16="http://schemas.microsoft.com/office/drawing/2014/main" id="{339701EB-C8E6-4880-B945-C4542C8842D9}"/>
              </a:ext>
            </a:extLst>
          </p:cNvPr>
          <p:cNvSpPr/>
          <p:nvPr/>
        </p:nvSpPr>
        <p:spPr>
          <a:xfrm>
            <a:off x="5646466" y="6664628"/>
            <a:ext cx="2669578" cy="17093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Event Coordination &amp; Loyalty</a:t>
            </a:r>
          </a:p>
        </p:txBody>
      </p:sp>
      <p:sp>
        <p:nvSpPr>
          <p:cNvPr id="365" name="TextBox 173">
            <a:extLst>
              <a:ext uri="{FF2B5EF4-FFF2-40B4-BE49-F238E27FC236}">
                <a16:creationId xmlns:a16="http://schemas.microsoft.com/office/drawing/2014/main" id="{0C1DAA62-79CA-405C-80FB-6428CFFBC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1874" y="6624191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M. Núñez (M)</a:t>
            </a:r>
            <a:endParaRPr lang="en-US" sz="1000" dirty="0"/>
          </a:p>
        </p:txBody>
      </p:sp>
      <p:cxnSp>
        <p:nvCxnSpPr>
          <p:cNvPr id="366" name="Elbow Connector 521">
            <a:extLst>
              <a:ext uri="{FF2B5EF4-FFF2-40B4-BE49-F238E27FC236}">
                <a16:creationId xmlns:a16="http://schemas.microsoft.com/office/drawing/2014/main" id="{4D330CB1-DB14-49D1-BB7F-4E20A8D40E0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26919" y="6759402"/>
            <a:ext cx="273044" cy="176614"/>
          </a:xfrm>
          <a:prstGeom prst="bentConnector2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1C2A8F0D-C780-4639-B352-F838FD0121A7}"/>
              </a:ext>
            </a:extLst>
          </p:cNvPr>
          <p:cNvCxnSpPr>
            <a:cxnSpLocks/>
            <a:endCxn id="361" idx="1"/>
          </p:cNvCxnSpPr>
          <p:nvPr/>
        </p:nvCxnSpPr>
        <p:spPr>
          <a:xfrm>
            <a:off x="5459458" y="6745714"/>
            <a:ext cx="187008" cy="438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4" name="Conector recto 373">
            <a:extLst>
              <a:ext uri="{FF2B5EF4-FFF2-40B4-BE49-F238E27FC236}">
                <a16:creationId xmlns:a16="http://schemas.microsoft.com/office/drawing/2014/main" id="{5BD2FA19-FA50-4B9D-B216-1484ECC89B36}"/>
              </a:ext>
            </a:extLst>
          </p:cNvPr>
          <p:cNvCxnSpPr>
            <a:cxnSpLocks/>
          </p:cNvCxnSpPr>
          <p:nvPr/>
        </p:nvCxnSpPr>
        <p:spPr>
          <a:xfrm>
            <a:off x="5320724" y="6408534"/>
            <a:ext cx="157992" cy="615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5" name="Conector recto 374">
            <a:extLst>
              <a:ext uri="{FF2B5EF4-FFF2-40B4-BE49-F238E27FC236}">
                <a16:creationId xmlns:a16="http://schemas.microsoft.com/office/drawing/2014/main" id="{7DF8DE87-2E58-4964-AAE5-35472F0661F1}"/>
              </a:ext>
            </a:extLst>
          </p:cNvPr>
          <p:cNvCxnSpPr>
            <a:cxnSpLocks/>
          </p:cNvCxnSpPr>
          <p:nvPr/>
        </p:nvCxnSpPr>
        <p:spPr>
          <a:xfrm>
            <a:off x="5291708" y="6980217"/>
            <a:ext cx="187008" cy="438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8" name="Conector recto 377">
            <a:extLst>
              <a:ext uri="{FF2B5EF4-FFF2-40B4-BE49-F238E27FC236}">
                <a16:creationId xmlns:a16="http://schemas.microsoft.com/office/drawing/2014/main" id="{309C2634-FE8E-4C43-9F37-D896FFDF33B9}"/>
              </a:ext>
            </a:extLst>
          </p:cNvPr>
          <p:cNvCxnSpPr>
            <a:cxnSpLocks/>
          </p:cNvCxnSpPr>
          <p:nvPr/>
        </p:nvCxnSpPr>
        <p:spPr>
          <a:xfrm>
            <a:off x="5291708" y="5616079"/>
            <a:ext cx="157992" cy="615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0" name="Rectangle 123">
            <a:extLst>
              <a:ext uri="{FF2B5EF4-FFF2-40B4-BE49-F238E27FC236}">
                <a16:creationId xmlns:a16="http://schemas.microsoft.com/office/drawing/2014/main" id="{6C50CD9A-C18C-4F69-A008-377AB1CA7C53}"/>
              </a:ext>
            </a:extLst>
          </p:cNvPr>
          <p:cNvSpPr/>
          <p:nvPr/>
        </p:nvSpPr>
        <p:spPr>
          <a:xfrm>
            <a:off x="2233723" y="4588254"/>
            <a:ext cx="1065271" cy="30774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Canon Academy</a:t>
            </a:r>
            <a:endParaRPr lang="en-US" sz="10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92" name="TextBox 57">
            <a:extLst>
              <a:ext uri="{FF2B5EF4-FFF2-40B4-BE49-F238E27FC236}">
                <a16:creationId xmlns:a16="http://schemas.microsoft.com/office/drawing/2014/main" id="{047BC8E5-7036-4F96-B20F-2F29AE911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0966" y="4297181"/>
            <a:ext cx="1172776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r>
              <a:rPr lang="es-MX" sz="1000" dirty="0"/>
              <a:t>C. Mejia (VP)</a:t>
            </a:r>
            <a:endParaRPr lang="en-US" sz="1000" dirty="0"/>
          </a:p>
        </p:txBody>
      </p:sp>
      <p:cxnSp>
        <p:nvCxnSpPr>
          <p:cNvPr id="393" name="Straight Connector 226">
            <a:extLst>
              <a:ext uri="{FF2B5EF4-FFF2-40B4-BE49-F238E27FC236}">
                <a16:creationId xmlns:a16="http://schemas.microsoft.com/office/drawing/2014/main" id="{D8EE9E7F-B5E8-4B72-B10D-410270F4802B}"/>
              </a:ext>
            </a:extLst>
          </p:cNvPr>
          <p:cNvCxnSpPr>
            <a:cxnSpLocks/>
          </p:cNvCxnSpPr>
          <p:nvPr/>
        </p:nvCxnSpPr>
        <p:spPr>
          <a:xfrm>
            <a:off x="1907332" y="4722786"/>
            <a:ext cx="32639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4" name="Rectangle 154">
            <a:extLst>
              <a:ext uri="{FF2B5EF4-FFF2-40B4-BE49-F238E27FC236}">
                <a16:creationId xmlns:a16="http://schemas.microsoft.com/office/drawing/2014/main" id="{45C83DE2-3D00-4CBE-AAB6-DB6575934D00}"/>
              </a:ext>
            </a:extLst>
          </p:cNvPr>
          <p:cNvSpPr/>
          <p:nvPr/>
        </p:nvSpPr>
        <p:spPr>
          <a:xfrm>
            <a:off x="3635524" y="4637976"/>
            <a:ext cx="1659059" cy="18601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Canon Academy</a:t>
            </a:r>
            <a:endParaRPr lang="en-US" sz="10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96" name="Text Box 66">
            <a:extLst>
              <a:ext uri="{FF2B5EF4-FFF2-40B4-BE49-F238E27FC236}">
                <a16:creationId xmlns:a16="http://schemas.microsoft.com/office/drawing/2014/main" id="{CEDA5FBF-337F-455D-B08E-288471AAD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7342" y="4415034"/>
            <a:ext cx="1073013" cy="28276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MX" sz="1000" dirty="0"/>
              <a:t>C. Mejía (VP)</a:t>
            </a:r>
          </a:p>
        </p:txBody>
      </p:sp>
      <p:sp>
        <p:nvSpPr>
          <p:cNvPr id="407" name="Rectangle 256">
            <a:extLst>
              <a:ext uri="{FF2B5EF4-FFF2-40B4-BE49-F238E27FC236}">
                <a16:creationId xmlns:a16="http://schemas.microsoft.com/office/drawing/2014/main" id="{692D7D48-4B6A-4E4C-8C42-9249B8E88AE6}"/>
              </a:ext>
            </a:extLst>
          </p:cNvPr>
          <p:cNvSpPr/>
          <p:nvPr/>
        </p:nvSpPr>
        <p:spPr>
          <a:xfrm>
            <a:off x="5651748" y="4471340"/>
            <a:ext cx="2669578" cy="138360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Campus Admin &amp; Operation </a:t>
            </a:r>
          </a:p>
        </p:txBody>
      </p:sp>
      <p:sp>
        <p:nvSpPr>
          <p:cNvPr id="408" name="Rectangle 256">
            <a:extLst>
              <a:ext uri="{FF2B5EF4-FFF2-40B4-BE49-F238E27FC236}">
                <a16:creationId xmlns:a16="http://schemas.microsoft.com/office/drawing/2014/main" id="{D4F1C1B1-DAC9-4C0F-8AC8-344261A90521}"/>
              </a:ext>
            </a:extLst>
          </p:cNvPr>
          <p:cNvSpPr/>
          <p:nvPr/>
        </p:nvSpPr>
        <p:spPr>
          <a:xfrm>
            <a:off x="5655925" y="4659530"/>
            <a:ext cx="2669578" cy="138360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Campus Sales Marketing </a:t>
            </a:r>
          </a:p>
        </p:txBody>
      </p:sp>
      <p:cxnSp>
        <p:nvCxnSpPr>
          <p:cNvPr id="413" name="Straight Connector 226">
            <a:extLst>
              <a:ext uri="{FF2B5EF4-FFF2-40B4-BE49-F238E27FC236}">
                <a16:creationId xmlns:a16="http://schemas.microsoft.com/office/drawing/2014/main" id="{B6300D2F-BDB9-4742-B3CC-D0D078593C8F}"/>
              </a:ext>
            </a:extLst>
          </p:cNvPr>
          <p:cNvCxnSpPr>
            <a:cxnSpLocks/>
          </p:cNvCxnSpPr>
          <p:nvPr/>
        </p:nvCxnSpPr>
        <p:spPr>
          <a:xfrm>
            <a:off x="3309133" y="4751983"/>
            <a:ext cx="32639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6" name="Elbow Connector 521">
            <a:extLst>
              <a:ext uri="{FF2B5EF4-FFF2-40B4-BE49-F238E27FC236}">
                <a16:creationId xmlns:a16="http://schemas.microsoft.com/office/drawing/2014/main" id="{5435AA75-DDF8-4B47-BA8F-4462613654C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29472" y="4673723"/>
            <a:ext cx="243005" cy="201547"/>
          </a:xfrm>
          <a:prstGeom prst="bentConnector3">
            <a:avLst>
              <a:gd name="adj1" fmla="val 104463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7" name="Conector recto 416">
            <a:extLst>
              <a:ext uri="{FF2B5EF4-FFF2-40B4-BE49-F238E27FC236}">
                <a16:creationId xmlns:a16="http://schemas.microsoft.com/office/drawing/2014/main" id="{4851F9AB-B6F9-49C0-8035-C27C3C66CD67}"/>
              </a:ext>
            </a:extLst>
          </p:cNvPr>
          <p:cNvCxnSpPr>
            <a:cxnSpLocks/>
          </p:cNvCxnSpPr>
          <p:nvPr/>
        </p:nvCxnSpPr>
        <p:spPr>
          <a:xfrm>
            <a:off x="5449700" y="4540340"/>
            <a:ext cx="20204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8" name="TextBox 63">
            <a:extLst>
              <a:ext uri="{FF2B5EF4-FFF2-40B4-BE49-F238E27FC236}">
                <a16:creationId xmlns:a16="http://schemas.microsoft.com/office/drawing/2014/main" id="{CA4179AF-2B58-4738-B6CC-28A017768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7620" y="4391943"/>
            <a:ext cx="1483097" cy="267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>
              <a:spcBef>
                <a:spcPct val="50000"/>
              </a:spcBef>
            </a:pPr>
            <a:r>
              <a:rPr lang="es-MX" sz="900" b="1" dirty="0">
                <a:solidFill>
                  <a:schemeClr val="accent1"/>
                </a:solidFill>
              </a:rPr>
              <a:t>Y. Oropeza (M)</a:t>
            </a:r>
          </a:p>
        </p:txBody>
      </p:sp>
      <p:sp>
        <p:nvSpPr>
          <p:cNvPr id="419" name="TextBox 63">
            <a:extLst>
              <a:ext uri="{FF2B5EF4-FFF2-40B4-BE49-F238E27FC236}">
                <a16:creationId xmlns:a16="http://schemas.microsoft.com/office/drawing/2014/main" id="{A6AE3DB1-47C0-4463-BD2C-2317789CE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4482" y="4588571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>
              <a:spcBef>
                <a:spcPct val="50000"/>
              </a:spcBef>
            </a:pPr>
            <a:r>
              <a:rPr lang="es-MX" sz="1000" dirty="0"/>
              <a:t>A. González (M)</a:t>
            </a:r>
          </a:p>
        </p:txBody>
      </p:sp>
      <p:cxnSp>
        <p:nvCxnSpPr>
          <p:cNvPr id="420" name="Conector recto 419">
            <a:extLst>
              <a:ext uri="{FF2B5EF4-FFF2-40B4-BE49-F238E27FC236}">
                <a16:creationId xmlns:a16="http://schemas.microsoft.com/office/drawing/2014/main" id="{D55193EF-8C8E-4D39-8197-F6E19CE8526B}"/>
              </a:ext>
            </a:extLst>
          </p:cNvPr>
          <p:cNvCxnSpPr>
            <a:cxnSpLocks/>
          </p:cNvCxnSpPr>
          <p:nvPr/>
        </p:nvCxnSpPr>
        <p:spPr>
          <a:xfrm>
            <a:off x="5291708" y="4745830"/>
            <a:ext cx="158493" cy="705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1" name="Straight Connector 226">
            <a:extLst>
              <a:ext uri="{FF2B5EF4-FFF2-40B4-BE49-F238E27FC236}">
                <a16:creationId xmlns:a16="http://schemas.microsoft.com/office/drawing/2014/main" id="{2C3B6827-5196-41A7-B74D-FE7A3B4630A8}"/>
              </a:ext>
            </a:extLst>
          </p:cNvPr>
          <p:cNvCxnSpPr>
            <a:cxnSpLocks/>
          </p:cNvCxnSpPr>
          <p:nvPr/>
        </p:nvCxnSpPr>
        <p:spPr>
          <a:xfrm>
            <a:off x="3347492" y="5544071"/>
            <a:ext cx="32639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2" name="Straight Connector 226">
            <a:extLst>
              <a:ext uri="{FF2B5EF4-FFF2-40B4-BE49-F238E27FC236}">
                <a16:creationId xmlns:a16="http://schemas.microsoft.com/office/drawing/2014/main" id="{9CA92CEA-136D-4BAF-9BE6-E0B2C82A7700}"/>
              </a:ext>
            </a:extLst>
          </p:cNvPr>
          <p:cNvCxnSpPr>
            <a:cxnSpLocks/>
            <a:endCxn id="245" idx="1"/>
          </p:cNvCxnSpPr>
          <p:nvPr/>
        </p:nvCxnSpPr>
        <p:spPr>
          <a:xfrm>
            <a:off x="1930219" y="5590040"/>
            <a:ext cx="31284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7" name="Rectangle 471">
            <a:extLst>
              <a:ext uri="{FF2B5EF4-FFF2-40B4-BE49-F238E27FC236}">
                <a16:creationId xmlns:a16="http://schemas.microsoft.com/office/drawing/2014/main" id="{89EDEFCE-C6B8-4FFC-BDD7-B5F53397AD72}"/>
              </a:ext>
            </a:extLst>
          </p:cNvPr>
          <p:cNvSpPr/>
          <p:nvPr/>
        </p:nvSpPr>
        <p:spPr>
          <a:xfrm>
            <a:off x="5658196" y="9808836"/>
            <a:ext cx="2658261" cy="146696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SOHO /LFP/ DR Marketing</a:t>
            </a:r>
          </a:p>
        </p:txBody>
      </p:sp>
      <p:sp>
        <p:nvSpPr>
          <p:cNvPr id="299" name="Rectangle 471">
            <a:extLst>
              <a:ext uri="{FF2B5EF4-FFF2-40B4-BE49-F238E27FC236}">
                <a16:creationId xmlns:a16="http://schemas.microsoft.com/office/drawing/2014/main" id="{9921ED00-9BC6-4BA5-8549-8A0F648F2F17}"/>
              </a:ext>
            </a:extLst>
          </p:cNvPr>
          <p:cNvSpPr/>
          <p:nvPr/>
        </p:nvSpPr>
        <p:spPr>
          <a:xfrm>
            <a:off x="5670157" y="10023000"/>
            <a:ext cx="2658261" cy="146696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Camara / IJP Marketing</a:t>
            </a:r>
          </a:p>
        </p:txBody>
      </p:sp>
      <p:sp>
        <p:nvSpPr>
          <p:cNvPr id="302" name="Text Box 66">
            <a:extLst>
              <a:ext uri="{FF2B5EF4-FFF2-40B4-BE49-F238E27FC236}">
                <a16:creationId xmlns:a16="http://schemas.microsoft.com/office/drawing/2014/main" id="{671F783B-3D29-45A2-9D97-76B2C8ED8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4033" y="9957901"/>
            <a:ext cx="1483097" cy="28276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 </a:t>
            </a:r>
            <a:r>
              <a:rPr lang="es-MX" sz="900" dirty="0"/>
              <a:t>T. Onaka (SM)</a:t>
            </a:r>
          </a:p>
        </p:txBody>
      </p:sp>
      <p:sp>
        <p:nvSpPr>
          <p:cNvPr id="306" name="Rectangle 471">
            <a:extLst>
              <a:ext uri="{FF2B5EF4-FFF2-40B4-BE49-F238E27FC236}">
                <a16:creationId xmlns:a16="http://schemas.microsoft.com/office/drawing/2014/main" id="{2EF92B8A-A8C8-41BC-AEDA-BD03BC7C9EFC}"/>
              </a:ext>
            </a:extLst>
          </p:cNvPr>
          <p:cNvSpPr/>
          <p:nvPr/>
        </p:nvSpPr>
        <p:spPr>
          <a:xfrm>
            <a:off x="5670157" y="10196594"/>
            <a:ext cx="2658261" cy="146696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CINE.BCTV Sales Marketing</a:t>
            </a:r>
          </a:p>
        </p:txBody>
      </p:sp>
      <p:sp>
        <p:nvSpPr>
          <p:cNvPr id="322" name="Text Box 66">
            <a:extLst>
              <a:ext uri="{FF2B5EF4-FFF2-40B4-BE49-F238E27FC236}">
                <a16:creationId xmlns:a16="http://schemas.microsoft.com/office/drawing/2014/main" id="{94333F9B-9E79-4C8B-90B0-48670E0F5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2564" y="10121133"/>
            <a:ext cx="1483097" cy="28276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b="1" dirty="0">
                <a:solidFill>
                  <a:schemeClr val="accent1"/>
                </a:solidFill>
              </a:rPr>
              <a:t> </a:t>
            </a:r>
            <a:r>
              <a:rPr lang="es-MX" sz="900" b="1" dirty="0">
                <a:solidFill>
                  <a:schemeClr val="accent1"/>
                </a:solidFill>
              </a:rPr>
              <a:t>L. Ruiz (A)</a:t>
            </a:r>
          </a:p>
        </p:txBody>
      </p:sp>
      <p:sp>
        <p:nvSpPr>
          <p:cNvPr id="325" name="Rectangle 471">
            <a:extLst>
              <a:ext uri="{FF2B5EF4-FFF2-40B4-BE49-F238E27FC236}">
                <a16:creationId xmlns:a16="http://schemas.microsoft.com/office/drawing/2014/main" id="{8CBF104A-112C-42F2-A327-8AB45223D7F9}"/>
              </a:ext>
            </a:extLst>
          </p:cNvPr>
          <p:cNvSpPr/>
          <p:nvPr/>
        </p:nvSpPr>
        <p:spPr>
          <a:xfrm>
            <a:off x="5664122" y="10378743"/>
            <a:ext cx="2658261" cy="146696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Mex. Digital Marketing &amp; Design </a:t>
            </a:r>
          </a:p>
        </p:txBody>
      </p:sp>
      <p:sp>
        <p:nvSpPr>
          <p:cNvPr id="328" name="Text Box 66">
            <a:extLst>
              <a:ext uri="{FF2B5EF4-FFF2-40B4-BE49-F238E27FC236}">
                <a16:creationId xmlns:a16="http://schemas.microsoft.com/office/drawing/2014/main" id="{0AFB9BA7-10D5-403C-914B-5F950D1E8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6419" y="10325602"/>
            <a:ext cx="1483097" cy="2673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900" dirty="0"/>
              <a:t> K. Heredia (M)</a:t>
            </a:r>
          </a:p>
        </p:txBody>
      </p:sp>
      <p:cxnSp>
        <p:nvCxnSpPr>
          <p:cNvPr id="351" name="Straight Connector 254">
            <a:extLst>
              <a:ext uri="{FF2B5EF4-FFF2-40B4-BE49-F238E27FC236}">
                <a16:creationId xmlns:a16="http://schemas.microsoft.com/office/drawing/2014/main" id="{3D247903-2C23-4A8F-9590-D23C194D0475}"/>
              </a:ext>
            </a:extLst>
          </p:cNvPr>
          <p:cNvCxnSpPr>
            <a:cxnSpLocks/>
            <a:endCxn id="287" idx="1"/>
          </p:cNvCxnSpPr>
          <p:nvPr/>
        </p:nvCxnSpPr>
        <p:spPr>
          <a:xfrm>
            <a:off x="5422102" y="9880743"/>
            <a:ext cx="236094" cy="144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7" name="Straight Connector 254">
            <a:extLst>
              <a:ext uri="{FF2B5EF4-FFF2-40B4-BE49-F238E27FC236}">
                <a16:creationId xmlns:a16="http://schemas.microsoft.com/office/drawing/2014/main" id="{10E1ABCE-C8F5-435A-A4A5-0E0B1704CB31}"/>
              </a:ext>
            </a:extLst>
          </p:cNvPr>
          <p:cNvCxnSpPr>
            <a:cxnSpLocks/>
          </p:cNvCxnSpPr>
          <p:nvPr/>
        </p:nvCxnSpPr>
        <p:spPr>
          <a:xfrm>
            <a:off x="5434063" y="10096247"/>
            <a:ext cx="236094" cy="144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8" name="Straight Connector 254">
            <a:extLst>
              <a:ext uri="{FF2B5EF4-FFF2-40B4-BE49-F238E27FC236}">
                <a16:creationId xmlns:a16="http://schemas.microsoft.com/office/drawing/2014/main" id="{9539C6A1-91EB-4AFC-BD7B-F4F6D6D1E759}"/>
              </a:ext>
            </a:extLst>
          </p:cNvPr>
          <p:cNvCxnSpPr>
            <a:cxnSpLocks/>
            <a:endCxn id="306" idx="1"/>
          </p:cNvCxnSpPr>
          <p:nvPr/>
        </p:nvCxnSpPr>
        <p:spPr>
          <a:xfrm>
            <a:off x="5417570" y="10269841"/>
            <a:ext cx="252587" cy="10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6" name="Straight Connector 254">
            <a:extLst>
              <a:ext uri="{FF2B5EF4-FFF2-40B4-BE49-F238E27FC236}">
                <a16:creationId xmlns:a16="http://schemas.microsoft.com/office/drawing/2014/main" id="{75403F16-C447-43B7-8517-33541D50EE8D}"/>
              </a:ext>
            </a:extLst>
          </p:cNvPr>
          <p:cNvCxnSpPr>
            <a:cxnSpLocks/>
          </p:cNvCxnSpPr>
          <p:nvPr/>
        </p:nvCxnSpPr>
        <p:spPr>
          <a:xfrm>
            <a:off x="5212004" y="10197833"/>
            <a:ext cx="216024" cy="144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6" name="Straight Connector 254">
            <a:extLst>
              <a:ext uri="{FF2B5EF4-FFF2-40B4-BE49-F238E27FC236}">
                <a16:creationId xmlns:a16="http://schemas.microsoft.com/office/drawing/2014/main" id="{C9EBB5E2-C98D-4B81-862E-1C20CF72B61F}"/>
              </a:ext>
            </a:extLst>
          </p:cNvPr>
          <p:cNvCxnSpPr>
            <a:cxnSpLocks/>
          </p:cNvCxnSpPr>
          <p:nvPr/>
        </p:nvCxnSpPr>
        <p:spPr>
          <a:xfrm>
            <a:off x="5429867" y="10449310"/>
            <a:ext cx="236094" cy="144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6E6041D9-991A-4A46-8B33-36F3A515E80A}"/>
              </a:ext>
            </a:extLst>
          </p:cNvPr>
          <p:cNvCxnSpPr>
            <a:cxnSpLocks/>
          </p:cNvCxnSpPr>
          <p:nvPr/>
        </p:nvCxnSpPr>
        <p:spPr>
          <a:xfrm>
            <a:off x="5424961" y="9880743"/>
            <a:ext cx="5126" cy="75141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9" name="TextBox 168">
            <a:extLst>
              <a:ext uri="{FF2B5EF4-FFF2-40B4-BE49-F238E27FC236}">
                <a16:creationId xmlns:a16="http://schemas.microsoft.com/office/drawing/2014/main" id="{568B8659-1A8D-480A-852C-2B5D1D2EB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9634" y="8796695"/>
            <a:ext cx="2052160" cy="267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900" dirty="0"/>
              <a:t>M. Dromundo (M)</a:t>
            </a:r>
            <a:endParaRPr lang="en-US" sz="900" dirty="0"/>
          </a:p>
        </p:txBody>
      </p:sp>
      <p:sp>
        <p:nvSpPr>
          <p:cNvPr id="256" name="Rectangle 256">
            <a:extLst>
              <a:ext uri="{FF2B5EF4-FFF2-40B4-BE49-F238E27FC236}">
                <a16:creationId xmlns:a16="http://schemas.microsoft.com/office/drawing/2014/main" id="{84601E25-5036-4852-B36F-900F63711D9C}"/>
              </a:ext>
            </a:extLst>
          </p:cNvPr>
          <p:cNvSpPr/>
          <p:nvPr/>
        </p:nvSpPr>
        <p:spPr>
          <a:xfrm>
            <a:off x="5651748" y="4829647"/>
            <a:ext cx="2669578" cy="138360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Canon Academy  Online </a:t>
            </a:r>
          </a:p>
        </p:txBody>
      </p:sp>
      <p:sp>
        <p:nvSpPr>
          <p:cNvPr id="259" name="TextBox 63">
            <a:extLst>
              <a:ext uri="{FF2B5EF4-FFF2-40B4-BE49-F238E27FC236}">
                <a16:creationId xmlns:a16="http://schemas.microsoft.com/office/drawing/2014/main" id="{8DC4CC3C-5C1E-4F79-80C8-8A0474E73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3107" y="4740971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>
              <a:spcBef>
                <a:spcPct val="50000"/>
              </a:spcBef>
            </a:pPr>
            <a:r>
              <a:rPr lang="es-MX" sz="1000" dirty="0"/>
              <a:t>K. Heredia (M)</a:t>
            </a:r>
          </a:p>
        </p:txBody>
      </p:sp>
      <p:cxnSp>
        <p:nvCxnSpPr>
          <p:cNvPr id="324" name="Conector recto 323">
            <a:extLst>
              <a:ext uri="{FF2B5EF4-FFF2-40B4-BE49-F238E27FC236}">
                <a16:creationId xmlns:a16="http://schemas.microsoft.com/office/drawing/2014/main" id="{65833E47-698C-45F8-8389-FE8071DEDD98}"/>
              </a:ext>
            </a:extLst>
          </p:cNvPr>
          <p:cNvCxnSpPr>
            <a:cxnSpLocks/>
          </p:cNvCxnSpPr>
          <p:nvPr/>
        </p:nvCxnSpPr>
        <p:spPr>
          <a:xfrm>
            <a:off x="5464740" y="4747602"/>
            <a:ext cx="187008" cy="438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7A1F48A-B906-4BE3-9C1B-A58EEB5C757F}"/>
              </a:ext>
            </a:extLst>
          </p:cNvPr>
          <p:cNvCxnSpPr/>
          <p:nvPr/>
        </p:nvCxnSpPr>
        <p:spPr>
          <a:xfrm>
            <a:off x="5449700" y="4540340"/>
            <a:ext cx="0" cy="21254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0" name="TextBox 129">
            <a:extLst>
              <a:ext uri="{FF2B5EF4-FFF2-40B4-BE49-F238E27FC236}">
                <a16:creationId xmlns:a16="http://schemas.microsoft.com/office/drawing/2014/main" id="{0D54E86A-589C-4A1B-9EBF-6CDC491CF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0145" y="3455839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b="1" dirty="0">
                <a:solidFill>
                  <a:schemeClr val="accent1"/>
                </a:solidFill>
              </a:rPr>
              <a:t>A. Salles</a:t>
            </a:r>
            <a:endParaRPr lang="en-US" sz="1000" b="1" dirty="0">
              <a:solidFill>
                <a:schemeClr val="accent1"/>
              </a:solidFill>
            </a:endParaRPr>
          </a:p>
        </p:txBody>
      </p:sp>
      <p:cxnSp>
        <p:nvCxnSpPr>
          <p:cNvPr id="331" name="Straight Connector 62">
            <a:extLst>
              <a:ext uri="{FF2B5EF4-FFF2-40B4-BE49-F238E27FC236}">
                <a16:creationId xmlns:a16="http://schemas.microsoft.com/office/drawing/2014/main" id="{C616F242-AB47-4BB0-A8AD-B5D31D3840F2}"/>
              </a:ext>
            </a:extLst>
          </p:cNvPr>
          <p:cNvCxnSpPr>
            <a:cxnSpLocks/>
            <a:endCxn id="155" idx="1"/>
          </p:cNvCxnSpPr>
          <p:nvPr/>
        </p:nvCxnSpPr>
        <p:spPr>
          <a:xfrm>
            <a:off x="3508744" y="2953431"/>
            <a:ext cx="114862" cy="378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2" name="Straight Connector 280">
            <a:extLst>
              <a:ext uri="{FF2B5EF4-FFF2-40B4-BE49-F238E27FC236}">
                <a16:creationId xmlns:a16="http://schemas.microsoft.com/office/drawing/2014/main" id="{85F8A781-E665-4C5C-8258-3246CA4F95CE}"/>
              </a:ext>
            </a:extLst>
          </p:cNvPr>
          <p:cNvCxnSpPr>
            <a:cxnSpLocks/>
          </p:cNvCxnSpPr>
          <p:nvPr/>
        </p:nvCxnSpPr>
        <p:spPr>
          <a:xfrm>
            <a:off x="3459563" y="1439615"/>
            <a:ext cx="175961" cy="104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" name="Straight Connector 280">
            <a:extLst>
              <a:ext uri="{FF2B5EF4-FFF2-40B4-BE49-F238E27FC236}">
                <a16:creationId xmlns:a16="http://schemas.microsoft.com/office/drawing/2014/main" id="{EC14848C-718D-41AA-A087-F2DD9F649A87}"/>
              </a:ext>
            </a:extLst>
          </p:cNvPr>
          <p:cNvCxnSpPr>
            <a:cxnSpLocks/>
          </p:cNvCxnSpPr>
          <p:nvPr/>
        </p:nvCxnSpPr>
        <p:spPr>
          <a:xfrm>
            <a:off x="3459563" y="1079575"/>
            <a:ext cx="175961" cy="104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2" name="Rectangle 123">
            <a:extLst>
              <a:ext uri="{FF2B5EF4-FFF2-40B4-BE49-F238E27FC236}">
                <a16:creationId xmlns:a16="http://schemas.microsoft.com/office/drawing/2014/main" id="{1A6EBB3E-FA5C-4A0E-8882-FF7E23CB65AC}"/>
              </a:ext>
            </a:extLst>
          </p:cNvPr>
          <p:cNvSpPr/>
          <p:nvPr/>
        </p:nvSpPr>
        <p:spPr>
          <a:xfrm>
            <a:off x="2233723" y="706018"/>
            <a:ext cx="1065271" cy="18601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IT</a:t>
            </a:r>
            <a:endParaRPr lang="en-US" sz="10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424" name="TextBox 57">
            <a:extLst>
              <a:ext uri="{FF2B5EF4-FFF2-40B4-BE49-F238E27FC236}">
                <a16:creationId xmlns:a16="http://schemas.microsoft.com/office/drawing/2014/main" id="{9F830976-86B9-4E54-BEBA-E7320ADB7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9917" y="465466"/>
            <a:ext cx="1172776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r>
              <a:rPr lang="es-MX" sz="1000" dirty="0"/>
              <a:t>M. Takagi (P)</a:t>
            </a:r>
            <a:endParaRPr lang="en-US" sz="1000" dirty="0"/>
          </a:p>
        </p:txBody>
      </p:sp>
      <p:cxnSp>
        <p:nvCxnSpPr>
          <p:cNvPr id="425" name="Straight Connector 226">
            <a:extLst>
              <a:ext uri="{FF2B5EF4-FFF2-40B4-BE49-F238E27FC236}">
                <a16:creationId xmlns:a16="http://schemas.microsoft.com/office/drawing/2014/main" id="{58CD4961-1EC9-4081-B359-9D6EB667ACEF}"/>
              </a:ext>
            </a:extLst>
          </p:cNvPr>
          <p:cNvCxnSpPr>
            <a:cxnSpLocks/>
          </p:cNvCxnSpPr>
          <p:nvPr/>
        </p:nvCxnSpPr>
        <p:spPr>
          <a:xfrm>
            <a:off x="1907332" y="791543"/>
            <a:ext cx="32639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6" name="TextBox 55">
            <a:extLst>
              <a:ext uri="{FF2B5EF4-FFF2-40B4-BE49-F238E27FC236}">
                <a16:creationId xmlns:a16="http://schemas.microsoft.com/office/drawing/2014/main" id="{E7B45688-E364-438B-8133-4C8B6F2E1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1807" y="647527"/>
            <a:ext cx="1483097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1000" dirty="0"/>
              <a:t>H. Ávila (SM))</a:t>
            </a:r>
            <a:endParaRPr lang="en-US" sz="1000" dirty="0"/>
          </a:p>
        </p:txBody>
      </p:sp>
      <p:sp>
        <p:nvSpPr>
          <p:cNvPr id="427" name="Rectangle 185">
            <a:extLst>
              <a:ext uri="{FF2B5EF4-FFF2-40B4-BE49-F238E27FC236}">
                <a16:creationId xmlns:a16="http://schemas.microsoft.com/office/drawing/2014/main" id="{BF08B5AA-8880-4430-B473-02ED1515707F}"/>
              </a:ext>
            </a:extLst>
          </p:cNvPr>
          <p:cNvSpPr/>
          <p:nvPr/>
        </p:nvSpPr>
        <p:spPr>
          <a:xfrm>
            <a:off x="5646466" y="697667"/>
            <a:ext cx="2669578" cy="17093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900" dirty="0">
                <a:solidFill>
                  <a:schemeClr val="tx1"/>
                </a:solidFill>
                <a:latin typeface="Arial" charset="0"/>
                <a:cs typeface="Arial" charset="0"/>
              </a:rPr>
              <a:t>IT</a:t>
            </a:r>
            <a:endParaRPr lang="es-ES" sz="9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428" name="Rectangle 252">
            <a:extLst>
              <a:ext uri="{FF2B5EF4-FFF2-40B4-BE49-F238E27FC236}">
                <a16:creationId xmlns:a16="http://schemas.microsoft.com/office/drawing/2014/main" id="{F74EA8BC-6320-44D4-9A28-E34CB4B0E49B}"/>
              </a:ext>
            </a:extLst>
          </p:cNvPr>
          <p:cNvSpPr/>
          <p:nvPr/>
        </p:nvSpPr>
        <p:spPr>
          <a:xfrm>
            <a:off x="3635524" y="695971"/>
            <a:ext cx="1659059" cy="18601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1000" dirty="0">
                <a:solidFill>
                  <a:schemeClr val="tx1"/>
                </a:solidFill>
                <a:latin typeface="Arial" charset="0"/>
                <a:cs typeface="Arial" charset="0"/>
              </a:rPr>
              <a:t>IT</a:t>
            </a:r>
          </a:p>
        </p:txBody>
      </p:sp>
      <p:sp>
        <p:nvSpPr>
          <p:cNvPr id="431" name="TextBox 57">
            <a:extLst>
              <a:ext uri="{FF2B5EF4-FFF2-40B4-BE49-F238E27FC236}">
                <a16:creationId xmlns:a16="http://schemas.microsoft.com/office/drawing/2014/main" id="{09C82B31-559A-4D65-AC5B-5137A16D4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5411" y="473619"/>
            <a:ext cx="1172776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r>
              <a:rPr lang="es-MX" sz="1000" dirty="0"/>
              <a:t>M. Takagi (P)</a:t>
            </a:r>
            <a:endParaRPr lang="en-US" sz="1000" dirty="0"/>
          </a:p>
        </p:txBody>
      </p:sp>
      <p:cxnSp>
        <p:nvCxnSpPr>
          <p:cNvPr id="432" name="Straight Connector 62">
            <a:extLst>
              <a:ext uri="{FF2B5EF4-FFF2-40B4-BE49-F238E27FC236}">
                <a16:creationId xmlns:a16="http://schemas.microsoft.com/office/drawing/2014/main" id="{8D2AA9CB-AF97-4735-9950-5D292029E3B6}"/>
              </a:ext>
            </a:extLst>
          </p:cNvPr>
          <p:cNvCxnSpPr>
            <a:cxnSpLocks/>
          </p:cNvCxnSpPr>
          <p:nvPr/>
        </p:nvCxnSpPr>
        <p:spPr>
          <a:xfrm>
            <a:off x="3520662" y="3527847"/>
            <a:ext cx="114862" cy="378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3" name="Straight Connector 226">
            <a:extLst>
              <a:ext uri="{FF2B5EF4-FFF2-40B4-BE49-F238E27FC236}">
                <a16:creationId xmlns:a16="http://schemas.microsoft.com/office/drawing/2014/main" id="{83A4A5A4-2818-4DE9-8221-ACCF27F1C604}"/>
              </a:ext>
            </a:extLst>
          </p:cNvPr>
          <p:cNvCxnSpPr>
            <a:cxnSpLocks/>
          </p:cNvCxnSpPr>
          <p:nvPr/>
        </p:nvCxnSpPr>
        <p:spPr>
          <a:xfrm>
            <a:off x="3309133" y="791543"/>
            <a:ext cx="32639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5" name="Straight Connector 226">
            <a:extLst>
              <a:ext uri="{FF2B5EF4-FFF2-40B4-BE49-F238E27FC236}">
                <a16:creationId xmlns:a16="http://schemas.microsoft.com/office/drawing/2014/main" id="{D79A3F83-9C3E-41A7-B80C-52E961C0746D}"/>
              </a:ext>
            </a:extLst>
          </p:cNvPr>
          <p:cNvCxnSpPr>
            <a:cxnSpLocks/>
          </p:cNvCxnSpPr>
          <p:nvPr/>
        </p:nvCxnSpPr>
        <p:spPr>
          <a:xfrm>
            <a:off x="3309133" y="1799650"/>
            <a:ext cx="326391" cy="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7D610863-7BAB-4D59-A997-C43E4BFA275B}"/>
              </a:ext>
            </a:extLst>
          </p:cNvPr>
          <p:cNvCxnSpPr/>
          <p:nvPr/>
        </p:nvCxnSpPr>
        <p:spPr>
          <a:xfrm>
            <a:off x="3453575" y="1079575"/>
            <a:ext cx="0" cy="143840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6" name="Straight Connector 280">
            <a:extLst>
              <a:ext uri="{FF2B5EF4-FFF2-40B4-BE49-F238E27FC236}">
                <a16:creationId xmlns:a16="http://schemas.microsoft.com/office/drawing/2014/main" id="{7C1F4619-766A-4DAA-A8E8-1AF1A537F2C9}"/>
              </a:ext>
            </a:extLst>
          </p:cNvPr>
          <p:cNvCxnSpPr>
            <a:cxnSpLocks/>
          </p:cNvCxnSpPr>
          <p:nvPr/>
        </p:nvCxnSpPr>
        <p:spPr>
          <a:xfrm>
            <a:off x="3459563" y="2518691"/>
            <a:ext cx="175961" cy="104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7" name="Straight Connector 226">
            <a:extLst>
              <a:ext uri="{FF2B5EF4-FFF2-40B4-BE49-F238E27FC236}">
                <a16:creationId xmlns:a16="http://schemas.microsoft.com/office/drawing/2014/main" id="{91136A46-2C7A-4F5E-A056-12D07158E00A}"/>
              </a:ext>
            </a:extLst>
          </p:cNvPr>
          <p:cNvCxnSpPr>
            <a:cxnSpLocks/>
          </p:cNvCxnSpPr>
          <p:nvPr/>
        </p:nvCxnSpPr>
        <p:spPr>
          <a:xfrm>
            <a:off x="5291708" y="791543"/>
            <a:ext cx="32639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BEB2430C-D3FD-49E3-8EDA-E60AD5FA2334}"/>
              </a:ext>
            </a:extLst>
          </p:cNvPr>
          <p:cNvSpPr txBox="1"/>
          <p:nvPr/>
        </p:nvSpPr>
        <p:spPr>
          <a:xfrm>
            <a:off x="380399" y="12519470"/>
            <a:ext cx="102287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 b="1" dirty="0"/>
              <a:t>REGRH-014</a:t>
            </a:r>
          </a:p>
        </p:txBody>
      </p:sp>
      <p:sp>
        <p:nvSpPr>
          <p:cNvPr id="280" name="Rectangle 123">
            <a:extLst>
              <a:ext uri="{FF2B5EF4-FFF2-40B4-BE49-F238E27FC236}">
                <a16:creationId xmlns:a16="http://schemas.microsoft.com/office/drawing/2014/main" id="{66D58A24-5F6B-4E92-9946-1095EBE4B143}"/>
              </a:ext>
            </a:extLst>
          </p:cNvPr>
          <p:cNvSpPr/>
          <p:nvPr/>
        </p:nvSpPr>
        <p:spPr>
          <a:xfrm>
            <a:off x="3588728" y="7948166"/>
            <a:ext cx="1630972" cy="18819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Direct Sales &amp; Service</a:t>
            </a:r>
            <a:endParaRPr lang="en-US" sz="10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81" name="Rectangle 471">
            <a:extLst>
              <a:ext uri="{FF2B5EF4-FFF2-40B4-BE49-F238E27FC236}">
                <a16:creationId xmlns:a16="http://schemas.microsoft.com/office/drawing/2014/main" id="{ED380026-F4B7-4A3B-9AEF-8D3BF42D4D95}"/>
              </a:ext>
            </a:extLst>
          </p:cNvPr>
          <p:cNvSpPr/>
          <p:nvPr/>
        </p:nvSpPr>
        <p:spPr>
          <a:xfrm>
            <a:off x="5651748" y="7472384"/>
            <a:ext cx="2669578" cy="12795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Integrators Sales</a:t>
            </a:r>
          </a:p>
        </p:txBody>
      </p:sp>
      <p:cxnSp>
        <p:nvCxnSpPr>
          <p:cNvPr id="434" name="Straight Connector 254">
            <a:extLst>
              <a:ext uri="{FF2B5EF4-FFF2-40B4-BE49-F238E27FC236}">
                <a16:creationId xmlns:a16="http://schemas.microsoft.com/office/drawing/2014/main" id="{34E94768-ADDC-479C-97A3-D773E6BB0DCD}"/>
              </a:ext>
            </a:extLst>
          </p:cNvPr>
          <p:cNvCxnSpPr>
            <a:cxnSpLocks/>
            <a:stCxn id="359" idx="3"/>
          </p:cNvCxnSpPr>
          <p:nvPr/>
        </p:nvCxnSpPr>
        <p:spPr>
          <a:xfrm>
            <a:off x="5465436" y="7326247"/>
            <a:ext cx="186312" cy="7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8" name="Text Box 66">
            <a:extLst>
              <a:ext uri="{FF2B5EF4-FFF2-40B4-BE49-F238E27FC236}">
                <a16:creationId xmlns:a16="http://schemas.microsoft.com/office/drawing/2014/main" id="{B669C6CF-61F3-4046-91B2-2C18F62A9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5947" y="7732142"/>
            <a:ext cx="2051785" cy="2673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marL="319236" indent="-319236" algn="ctr">
              <a:spcBef>
                <a:spcPts val="0"/>
              </a:spcBef>
            </a:pPr>
            <a:r>
              <a:rPr lang="es-MX" sz="900" dirty="0"/>
              <a:t>T. Ikezoe  (SD)</a:t>
            </a:r>
            <a:endParaRPr lang="en-US" sz="900" dirty="0"/>
          </a:p>
        </p:txBody>
      </p:sp>
      <p:sp>
        <p:nvSpPr>
          <p:cNvPr id="439" name="Rectangle 471">
            <a:extLst>
              <a:ext uri="{FF2B5EF4-FFF2-40B4-BE49-F238E27FC236}">
                <a16:creationId xmlns:a16="http://schemas.microsoft.com/office/drawing/2014/main" id="{29FFE4A2-23AC-470D-8B03-EE5306631EA4}"/>
              </a:ext>
            </a:extLst>
          </p:cNvPr>
          <p:cNvSpPr/>
          <p:nvPr/>
        </p:nvSpPr>
        <p:spPr>
          <a:xfrm>
            <a:off x="5671176" y="10556418"/>
            <a:ext cx="2658261" cy="146696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MFP Sales Marketing </a:t>
            </a:r>
          </a:p>
        </p:txBody>
      </p:sp>
      <p:sp>
        <p:nvSpPr>
          <p:cNvPr id="440" name="Text Box 66">
            <a:extLst>
              <a:ext uri="{FF2B5EF4-FFF2-40B4-BE49-F238E27FC236}">
                <a16:creationId xmlns:a16="http://schemas.microsoft.com/office/drawing/2014/main" id="{B2E1F37B-97D5-4A78-AEF4-253BA7A77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473" y="10503277"/>
            <a:ext cx="1483097" cy="26737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900" dirty="0"/>
              <a:t> K. Ortiz (M)</a:t>
            </a:r>
          </a:p>
        </p:txBody>
      </p:sp>
      <p:cxnSp>
        <p:nvCxnSpPr>
          <p:cNvPr id="441" name="Straight Connector 254">
            <a:extLst>
              <a:ext uri="{FF2B5EF4-FFF2-40B4-BE49-F238E27FC236}">
                <a16:creationId xmlns:a16="http://schemas.microsoft.com/office/drawing/2014/main" id="{EA78DE5E-85DF-4F7D-BD36-ABFC149F0573}"/>
              </a:ext>
            </a:extLst>
          </p:cNvPr>
          <p:cNvCxnSpPr>
            <a:cxnSpLocks/>
          </p:cNvCxnSpPr>
          <p:nvPr/>
        </p:nvCxnSpPr>
        <p:spPr>
          <a:xfrm>
            <a:off x="5430087" y="10625192"/>
            <a:ext cx="236094" cy="144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3" name="Rectangle 321">
            <a:extLst>
              <a:ext uri="{FF2B5EF4-FFF2-40B4-BE49-F238E27FC236}">
                <a16:creationId xmlns:a16="http://schemas.microsoft.com/office/drawing/2014/main" id="{DED7C340-5DB6-4FCB-BFBA-DE5FD3E1810B}"/>
              </a:ext>
            </a:extLst>
          </p:cNvPr>
          <p:cNvSpPr/>
          <p:nvPr/>
        </p:nvSpPr>
        <p:spPr>
          <a:xfrm>
            <a:off x="5646466" y="7989833"/>
            <a:ext cx="2669578" cy="12688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MFP Field Services</a:t>
            </a:r>
          </a:p>
        </p:txBody>
      </p:sp>
      <p:sp>
        <p:nvSpPr>
          <p:cNvPr id="445" name="TextBox 173">
            <a:extLst>
              <a:ext uri="{FF2B5EF4-FFF2-40B4-BE49-F238E27FC236}">
                <a16:creationId xmlns:a16="http://schemas.microsoft.com/office/drawing/2014/main" id="{77E289E4-CBAF-4A3C-ADBB-0676DEAC7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6714" y="7939324"/>
            <a:ext cx="1483097" cy="251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800" dirty="0"/>
              <a:t> T. Ikezoe (SM)</a:t>
            </a:r>
            <a:endParaRPr lang="en-US" sz="800" dirty="0"/>
          </a:p>
        </p:txBody>
      </p:sp>
      <p:sp>
        <p:nvSpPr>
          <p:cNvPr id="448" name="Rectangle 321">
            <a:extLst>
              <a:ext uri="{FF2B5EF4-FFF2-40B4-BE49-F238E27FC236}">
                <a16:creationId xmlns:a16="http://schemas.microsoft.com/office/drawing/2014/main" id="{CE31807B-6654-42C6-BA5F-9FF086BA645C}"/>
              </a:ext>
            </a:extLst>
          </p:cNvPr>
          <p:cNvSpPr/>
          <p:nvPr/>
        </p:nvSpPr>
        <p:spPr>
          <a:xfrm>
            <a:off x="5651748" y="7819804"/>
            <a:ext cx="2669578" cy="12688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MDS Delivery &amp; Mgt</a:t>
            </a:r>
          </a:p>
        </p:txBody>
      </p:sp>
      <p:sp>
        <p:nvSpPr>
          <p:cNvPr id="449" name="TextBox 173">
            <a:extLst>
              <a:ext uri="{FF2B5EF4-FFF2-40B4-BE49-F238E27FC236}">
                <a16:creationId xmlns:a16="http://schemas.microsoft.com/office/drawing/2014/main" id="{0E6646A3-B681-4C22-9371-F4555BDA7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1996" y="7740360"/>
            <a:ext cx="1483097" cy="267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800" dirty="0"/>
              <a:t> </a:t>
            </a:r>
            <a:r>
              <a:rPr lang="es-MX" sz="900" dirty="0"/>
              <a:t>C. Jasso (M)</a:t>
            </a:r>
            <a:endParaRPr lang="en-US" sz="900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77CDEBED-22D9-469C-9494-ECD7B0C3E737}"/>
              </a:ext>
            </a:extLst>
          </p:cNvPr>
          <p:cNvCxnSpPr>
            <a:cxnSpLocks/>
            <a:endCxn id="359" idx="3"/>
          </p:cNvCxnSpPr>
          <p:nvPr/>
        </p:nvCxnSpPr>
        <p:spPr>
          <a:xfrm flipH="1">
            <a:off x="5465436" y="7200255"/>
            <a:ext cx="2941" cy="1259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1" name="Straight Connector 254">
            <a:extLst>
              <a:ext uri="{FF2B5EF4-FFF2-40B4-BE49-F238E27FC236}">
                <a16:creationId xmlns:a16="http://schemas.microsoft.com/office/drawing/2014/main" id="{B6940F4F-A190-4361-9436-359352541B4B}"/>
              </a:ext>
            </a:extLst>
          </p:cNvPr>
          <p:cNvCxnSpPr>
            <a:cxnSpLocks/>
          </p:cNvCxnSpPr>
          <p:nvPr/>
        </p:nvCxnSpPr>
        <p:spPr>
          <a:xfrm>
            <a:off x="5465436" y="7199492"/>
            <a:ext cx="186312" cy="7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2" name="Rectangle 321">
            <a:extLst>
              <a:ext uri="{FF2B5EF4-FFF2-40B4-BE49-F238E27FC236}">
                <a16:creationId xmlns:a16="http://schemas.microsoft.com/office/drawing/2014/main" id="{3E0D9543-20AF-45E4-ABB8-710226D62A3B}"/>
              </a:ext>
            </a:extLst>
          </p:cNvPr>
          <p:cNvSpPr/>
          <p:nvPr/>
        </p:nvSpPr>
        <p:spPr>
          <a:xfrm>
            <a:off x="5646466" y="8322298"/>
            <a:ext cx="2669578" cy="12688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Business Care Center</a:t>
            </a:r>
          </a:p>
        </p:txBody>
      </p:sp>
      <p:sp>
        <p:nvSpPr>
          <p:cNvPr id="453" name="TextBox 173">
            <a:extLst>
              <a:ext uri="{FF2B5EF4-FFF2-40B4-BE49-F238E27FC236}">
                <a16:creationId xmlns:a16="http://schemas.microsoft.com/office/drawing/2014/main" id="{C9736878-C7CE-45B0-A737-91829CB2C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3107" y="8252800"/>
            <a:ext cx="1483097" cy="251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800" dirty="0"/>
              <a:t>H. Garcia (M)</a:t>
            </a:r>
            <a:endParaRPr lang="en-US" sz="800" dirty="0"/>
          </a:p>
        </p:txBody>
      </p:sp>
      <p:cxnSp>
        <p:nvCxnSpPr>
          <p:cNvPr id="454" name="Conector recto 453">
            <a:extLst>
              <a:ext uri="{FF2B5EF4-FFF2-40B4-BE49-F238E27FC236}">
                <a16:creationId xmlns:a16="http://schemas.microsoft.com/office/drawing/2014/main" id="{1D257846-0A46-4095-93B2-2F13E96CA180}"/>
              </a:ext>
            </a:extLst>
          </p:cNvPr>
          <p:cNvCxnSpPr>
            <a:cxnSpLocks/>
          </p:cNvCxnSpPr>
          <p:nvPr/>
        </p:nvCxnSpPr>
        <p:spPr>
          <a:xfrm>
            <a:off x="5219700" y="8036778"/>
            <a:ext cx="27043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6" name="Straight Connector 254">
            <a:extLst>
              <a:ext uri="{FF2B5EF4-FFF2-40B4-BE49-F238E27FC236}">
                <a16:creationId xmlns:a16="http://schemas.microsoft.com/office/drawing/2014/main" id="{FCC9F734-1229-40AA-A93E-71C4C6C66D16}"/>
              </a:ext>
            </a:extLst>
          </p:cNvPr>
          <p:cNvCxnSpPr>
            <a:cxnSpLocks/>
          </p:cNvCxnSpPr>
          <p:nvPr/>
        </p:nvCxnSpPr>
        <p:spPr>
          <a:xfrm>
            <a:off x="5465436" y="7547958"/>
            <a:ext cx="186312" cy="7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7" name="Straight Connector 254">
            <a:extLst>
              <a:ext uri="{FF2B5EF4-FFF2-40B4-BE49-F238E27FC236}">
                <a16:creationId xmlns:a16="http://schemas.microsoft.com/office/drawing/2014/main" id="{D4459179-0BD0-4970-9F1A-3B2A6147CA8F}"/>
              </a:ext>
            </a:extLst>
          </p:cNvPr>
          <p:cNvCxnSpPr>
            <a:cxnSpLocks/>
          </p:cNvCxnSpPr>
          <p:nvPr/>
        </p:nvCxnSpPr>
        <p:spPr>
          <a:xfrm>
            <a:off x="5465436" y="7711932"/>
            <a:ext cx="186312" cy="7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8" name="Straight Connector 254">
            <a:extLst>
              <a:ext uri="{FF2B5EF4-FFF2-40B4-BE49-F238E27FC236}">
                <a16:creationId xmlns:a16="http://schemas.microsoft.com/office/drawing/2014/main" id="{4D339EC5-5048-4718-92CE-3832BC76D1F1}"/>
              </a:ext>
            </a:extLst>
          </p:cNvPr>
          <p:cNvCxnSpPr>
            <a:cxnSpLocks/>
          </p:cNvCxnSpPr>
          <p:nvPr/>
        </p:nvCxnSpPr>
        <p:spPr>
          <a:xfrm>
            <a:off x="5465436" y="7847564"/>
            <a:ext cx="186312" cy="7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9" name="Straight Connector 254">
            <a:extLst>
              <a:ext uri="{FF2B5EF4-FFF2-40B4-BE49-F238E27FC236}">
                <a16:creationId xmlns:a16="http://schemas.microsoft.com/office/drawing/2014/main" id="{0984FBAA-E1EA-4C85-8F9B-661B1E6B3E3A}"/>
              </a:ext>
            </a:extLst>
          </p:cNvPr>
          <p:cNvCxnSpPr>
            <a:cxnSpLocks/>
          </p:cNvCxnSpPr>
          <p:nvPr/>
        </p:nvCxnSpPr>
        <p:spPr>
          <a:xfrm>
            <a:off x="5465436" y="8046227"/>
            <a:ext cx="186312" cy="7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0" name="Straight Connector 254">
            <a:extLst>
              <a:ext uri="{FF2B5EF4-FFF2-40B4-BE49-F238E27FC236}">
                <a16:creationId xmlns:a16="http://schemas.microsoft.com/office/drawing/2014/main" id="{0FC7D99F-16B9-434A-81B6-6A57FD541E8A}"/>
              </a:ext>
            </a:extLst>
          </p:cNvPr>
          <p:cNvCxnSpPr>
            <a:cxnSpLocks/>
          </p:cNvCxnSpPr>
          <p:nvPr/>
        </p:nvCxnSpPr>
        <p:spPr>
          <a:xfrm>
            <a:off x="5465436" y="8208367"/>
            <a:ext cx="186312" cy="7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1" name="Straight Connector 254">
            <a:extLst>
              <a:ext uri="{FF2B5EF4-FFF2-40B4-BE49-F238E27FC236}">
                <a16:creationId xmlns:a16="http://schemas.microsoft.com/office/drawing/2014/main" id="{09784FE5-5BF4-497F-9E8A-07874F00A3E9}"/>
              </a:ext>
            </a:extLst>
          </p:cNvPr>
          <p:cNvCxnSpPr>
            <a:cxnSpLocks/>
          </p:cNvCxnSpPr>
          <p:nvPr/>
        </p:nvCxnSpPr>
        <p:spPr>
          <a:xfrm>
            <a:off x="5465436" y="8386803"/>
            <a:ext cx="186312" cy="7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2" name="Conector recto 461">
            <a:extLst>
              <a:ext uri="{FF2B5EF4-FFF2-40B4-BE49-F238E27FC236}">
                <a16:creationId xmlns:a16="http://schemas.microsoft.com/office/drawing/2014/main" id="{08908FFF-85DA-46D2-ACE5-D8BDF7268B77}"/>
              </a:ext>
            </a:extLst>
          </p:cNvPr>
          <p:cNvCxnSpPr>
            <a:cxnSpLocks/>
          </p:cNvCxnSpPr>
          <p:nvPr/>
        </p:nvCxnSpPr>
        <p:spPr>
          <a:xfrm>
            <a:off x="5469952" y="7537786"/>
            <a:ext cx="0" cy="8497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1E745B40-6C16-40AE-BA6F-A94AC3FC50EB}"/>
              </a:ext>
            </a:extLst>
          </p:cNvPr>
          <p:cNvCxnSpPr>
            <a:stCxn id="369" idx="3"/>
          </p:cNvCxnSpPr>
          <p:nvPr/>
        </p:nvCxnSpPr>
        <p:spPr>
          <a:xfrm flipV="1">
            <a:off x="5208492" y="7200255"/>
            <a:ext cx="250966" cy="274072"/>
          </a:xfrm>
          <a:prstGeom prst="bentConnector2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7" name="Rectangle 123">
            <a:extLst>
              <a:ext uri="{FF2B5EF4-FFF2-40B4-BE49-F238E27FC236}">
                <a16:creationId xmlns:a16="http://schemas.microsoft.com/office/drawing/2014/main" id="{77FC1CCD-4914-4BD1-8C83-9B392E30C5ED}"/>
              </a:ext>
            </a:extLst>
          </p:cNvPr>
          <p:cNvSpPr/>
          <p:nvPr/>
        </p:nvSpPr>
        <p:spPr>
          <a:xfrm>
            <a:off x="2248202" y="7327010"/>
            <a:ext cx="1065271" cy="31124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Office Dealer Sales</a:t>
            </a:r>
            <a:endParaRPr lang="en-US" sz="10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34" name="TextBox 57">
            <a:extLst>
              <a:ext uri="{FF2B5EF4-FFF2-40B4-BE49-F238E27FC236}">
                <a16:creationId xmlns:a16="http://schemas.microsoft.com/office/drawing/2014/main" id="{687E1E38-3BD4-4BD7-8817-61533A58C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476" y="7056239"/>
            <a:ext cx="1282032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r>
              <a:rPr lang="es-MX" sz="1000" dirty="0"/>
              <a:t>M. Takagi (P)</a:t>
            </a:r>
            <a:endParaRPr lang="en-US" sz="1000" dirty="0"/>
          </a:p>
        </p:txBody>
      </p:sp>
      <p:sp>
        <p:nvSpPr>
          <p:cNvPr id="383" name="Rectangle 123">
            <a:extLst>
              <a:ext uri="{FF2B5EF4-FFF2-40B4-BE49-F238E27FC236}">
                <a16:creationId xmlns:a16="http://schemas.microsoft.com/office/drawing/2014/main" id="{25D9C26F-CD68-474E-B526-4C6BAD5FE071}"/>
              </a:ext>
            </a:extLst>
          </p:cNvPr>
          <p:cNvSpPr/>
          <p:nvPr/>
        </p:nvSpPr>
        <p:spPr>
          <a:xfrm>
            <a:off x="2234090" y="7897124"/>
            <a:ext cx="1065271" cy="31124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Direct Sales &amp; </a:t>
            </a:r>
            <a:r>
              <a:rPr lang="es-MX" sz="1000" dirty="0" err="1">
                <a:solidFill>
                  <a:schemeClr val="tx1"/>
                </a:solidFill>
                <a:latin typeface="Arial" charset="0"/>
                <a:cs typeface="Arial" charset="0"/>
              </a:rPr>
              <a:t>Service</a:t>
            </a:r>
            <a:endParaRPr lang="en-US" sz="10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84" name="TextBox 57">
            <a:extLst>
              <a:ext uri="{FF2B5EF4-FFF2-40B4-BE49-F238E27FC236}">
                <a16:creationId xmlns:a16="http://schemas.microsoft.com/office/drawing/2014/main" id="{ADF4F9BA-BE26-453F-B70D-0B46C0224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964" y="7684519"/>
            <a:ext cx="1282032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r>
              <a:rPr lang="es-MX" sz="1000" dirty="0"/>
              <a:t>T. Ikezoe (SD)</a:t>
            </a:r>
            <a:endParaRPr lang="en-US" sz="1000" dirty="0"/>
          </a:p>
        </p:txBody>
      </p:sp>
      <p:sp>
        <p:nvSpPr>
          <p:cNvPr id="386" name="Rectangle 123">
            <a:extLst>
              <a:ext uri="{FF2B5EF4-FFF2-40B4-BE49-F238E27FC236}">
                <a16:creationId xmlns:a16="http://schemas.microsoft.com/office/drawing/2014/main" id="{1671538C-5350-4889-B69A-E2CD1CC15D3A}"/>
              </a:ext>
            </a:extLst>
          </p:cNvPr>
          <p:cNvSpPr/>
          <p:nvPr/>
        </p:nvSpPr>
        <p:spPr>
          <a:xfrm>
            <a:off x="2243490" y="8973210"/>
            <a:ext cx="1065271" cy="31124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 err="1">
                <a:solidFill>
                  <a:schemeClr val="tx1"/>
                </a:solidFill>
                <a:latin typeface="Arial" charset="0"/>
                <a:cs typeface="Arial" charset="0"/>
              </a:rPr>
              <a:t>Consumer</a:t>
            </a: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 Sales</a:t>
            </a:r>
            <a:endParaRPr lang="en-US" sz="10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95" name="TextBox 57">
            <a:extLst>
              <a:ext uri="{FF2B5EF4-FFF2-40B4-BE49-F238E27FC236}">
                <a16:creationId xmlns:a16="http://schemas.microsoft.com/office/drawing/2014/main" id="{99A630F0-AA74-45CC-BED4-BCAB2967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364" y="8760605"/>
            <a:ext cx="1282032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r>
              <a:rPr lang="es-MX" sz="1000" dirty="0"/>
              <a:t>M. Takagi (P)</a:t>
            </a:r>
            <a:endParaRPr lang="en-US" sz="1000" dirty="0"/>
          </a:p>
        </p:txBody>
      </p:sp>
      <p:sp>
        <p:nvSpPr>
          <p:cNvPr id="429" name="Rectangle 123">
            <a:extLst>
              <a:ext uri="{FF2B5EF4-FFF2-40B4-BE49-F238E27FC236}">
                <a16:creationId xmlns:a16="http://schemas.microsoft.com/office/drawing/2014/main" id="{C66725B6-C5D2-44F3-BFF0-B8D572D1F3D5}"/>
              </a:ext>
            </a:extLst>
          </p:cNvPr>
          <p:cNvSpPr/>
          <p:nvPr/>
        </p:nvSpPr>
        <p:spPr>
          <a:xfrm>
            <a:off x="2255864" y="10015616"/>
            <a:ext cx="1065271" cy="311243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IPSD Marketing</a:t>
            </a:r>
            <a:endParaRPr lang="en-US" sz="10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430" name="TextBox 57">
            <a:extLst>
              <a:ext uri="{FF2B5EF4-FFF2-40B4-BE49-F238E27FC236}">
                <a16:creationId xmlns:a16="http://schemas.microsoft.com/office/drawing/2014/main" id="{D98FB314-7D4D-4268-8F9C-D0F60D2F5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7738" y="9803011"/>
            <a:ext cx="1282032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r>
              <a:rPr lang="es-MX" sz="1000" dirty="0"/>
              <a:t>M. Takagi (P)</a:t>
            </a:r>
            <a:endParaRPr lang="en-US" sz="1000" dirty="0"/>
          </a:p>
        </p:txBody>
      </p:sp>
      <p:sp>
        <p:nvSpPr>
          <p:cNvPr id="442" name="Rectangle 298">
            <a:extLst>
              <a:ext uri="{FF2B5EF4-FFF2-40B4-BE49-F238E27FC236}">
                <a16:creationId xmlns:a16="http://schemas.microsoft.com/office/drawing/2014/main" id="{4B079FE8-C744-4CCE-B72F-21A9B32B1532}"/>
              </a:ext>
            </a:extLst>
          </p:cNvPr>
          <p:cNvSpPr/>
          <p:nvPr/>
        </p:nvSpPr>
        <p:spPr>
          <a:xfrm>
            <a:off x="2229860" y="10929387"/>
            <a:ext cx="1092958" cy="326072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North </a:t>
            </a:r>
            <a:r>
              <a:rPr lang="es-MX" sz="1000" dirty="0" err="1">
                <a:solidFill>
                  <a:schemeClr val="tx1"/>
                </a:solidFill>
                <a:latin typeface="Arial" charset="0"/>
                <a:cs typeface="Arial" charset="0"/>
              </a:rPr>
              <a:t>Zone</a:t>
            </a:r>
            <a:r>
              <a:rPr lang="es-MX" sz="1000">
                <a:solidFill>
                  <a:schemeClr val="tx1"/>
                </a:solidFill>
                <a:latin typeface="Arial" charset="0"/>
                <a:cs typeface="Arial" charset="0"/>
              </a:rPr>
              <a:t> Management</a:t>
            </a:r>
            <a:endParaRPr lang="en-US" sz="105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446" name="TextBox 57">
            <a:extLst>
              <a:ext uri="{FF2B5EF4-FFF2-40B4-BE49-F238E27FC236}">
                <a16:creationId xmlns:a16="http://schemas.microsoft.com/office/drawing/2014/main" id="{EA603530-13CA-4C91-B6FA-B93AB75A2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5892" y="10518538"/>
            <a:ext cx="1282032" cy="436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r>
              <a:rPr lang="es-MX" sz="1000" b="1" dirty="0">
                <a:solidFill>
                  <a:schemeClr val="accent1"/>
                </a:solidFill>
              </a:rPr>
              <a:t>T. Ikezoe (SF) </a:t>
            </a:r>
          </a:p>
          <a:p>
            <a:pPr algn="ctr"/>
            <a:r>
              <a:rPr lang="es-MX" sz="1000" dirty="0"/>
              <a:t>M. González (D)</a:t>
            </a:r>
            <a:endParaRPr lang="en-US" sz="1000" dirty="0"/>
          </a:p>
        </p:txBody>
      </p:sp>
      <p:sp>
        <p:nvSpPr>
          <p:cNvPr id="447" name="Rectangle 298">
            <a:extLst>
              <a:ext uri="{FF2B5EF4-FFF2-40B4-BE49-F238E27FC236}">
                <a16:creationId xmlns:a16="http://schemas.microsoft.com/office/drawing/2014/main" id="{DEF26978-4E6D-4031-9820-D7C57E5BEA85}"/>
              </a:ext>
            </a:extLst>
          </p:cNvPr>
          <p:cNvSpPr/>
          <p:nvPr/>
        </p:nvSpPr>
        <p:spPr>
          <a:xfrm>
            <a:off x="2228214" y="11585390"/>
            <a:ext cx="1092958" cy="326072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 err="1">
                <a:solidFill>
                  <a:schemeClr val="tx1"/>
                </a:solidFill>
                <a:latin typeface="Arial" charset="0"/>
                <a:cs typeface="Arial" charset="0"/>
              </a:rPr>
              <a:t>Consumer</a:t>
            </a: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 </a:t>
            </a:r>
            <a:r>
              <a:rPr lang="es-MX" sz="1000" dirty="0" err="1">
                <a:solidFill>
                  <a:schemeClr val="tx1"/>
                </a:solidFill>
                <a:latin typeface="Arial" charset="0"/>
                <a:cs typeface="Arial" charset="0"/>
              </a:rPr>
              <a:t>Service</a:t>
            </a: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 &amp; </a:t>
            </a:r>
            <a:r>
              <a:rPr lang="es-MX" sz="1000" dirty="0" err="1">
                <a:solidFill>
                  <a:schemeClr val="tx1"/>
                </a:solidFill>
                <a:latin typeface="Arial" charset="0"/>
                <a:cs typeface="Arial" charset="0"/>
              </a:rPr>
              <a:t>Sup</a:t>
            </a: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.</a:t>
            </a:r>
            <a:endParaRPr lang="en-US" sz="105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463" name="TextBox 57">
            <a:extLst>
              <a:ext uri="{FF2B5EF4-FFF2-40B4-BE49-F238E27FC236}">
                <a16:creationId xmlns:a16="http://schemas.microsoft.com/office/drawing/2014/main" id="{5F922778-6FCE-42FB-8DE5-948BD1B9E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3910" y="11279166"/>
            <a:ext cx="1282032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r>
              <a:rPr lang="es-MX" sz="1000" dirty="0"/>
              <a:t>M. Takagi P)</a:t>
            </a:r>
            <a:endParaRPr lang="en-US" sz="1000" dirty="0"/>
          </a:p>
        </p:txBody>
      </p:sp>
      <p:sp>
        <p:nvSpPr>
          <p:cNvPr id="465" name="Rectangle 298">
            <a:extLst>
              <a:ext uri="{FF2B5EF4-FFF2-40B4-BE49-F238E27FC236}">
                <a16:creationId xmlns:a16="http://schemas.microsoft.com/office/drawing/2014/main" id="{CD80DCF5-42FD-4685-9A91-6105DA646D9C}"/>
              </a:ext>
            </a:extLst>
          </p:cNvPr>
          <p:cNvSpPr/>
          <p:nvPr/>
        </p:nvSpPr>
        <p:spPr>
          <a:xfrm>
            <a:off x="2267372" y="12202775"/>
            <a:ext cx="1092958" cy="326072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s-MX" sz="1000" dirty="0">
                <a:solidFill>
                  <a:schemeClr val="tx1"/>
                </a:solidFill>
                <a:latin typeface="Arial" charset="0"/>
                <a:cs typeface="Arial" charset="0"/>
              </a:rPr>
              <a:t>PPS Business </a:t>
            </a:r>
            <a:r>
              <a:rPr lang="es-MX" sz="1000" dirty="0" err="1">
                <a:solidFill>
                  <a:schemeClr val="tx1"/>
                </a:solidFill>
                <a:latin typeface="Arial" charset="0"/>
                <a:cs typeface="Arial" charset="0"/>
              </a:rPr>
              <a:t>Solutions</a:t>
            </a:r>
            <a:endParaRPr lang="en-US" sz="105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467" name="TextBox 57">
            <a:extLst>
              <a:ext uri="{FF2B5EF4-FFF2-40B4-BE49-F238E27FC236}">
                <a16:creationId xmlns:a16="http://schemas.microsoft.com/office/drawing/2014/main" id="{F6C88227-D029-4706-8B13-062211F36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364" y="11952783"/>
            <a:ext cx="1282032" cy="282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pPr algn="ctr"/>
            <a:r>
              <a:rPr lang="es-MX" sz="1000" dirty="0"/>
              <a:t>M. Takagi (P)</a:t>
            </a:r>
            <a:endParaRPr lang="en-US" sz="1000" dirty="0"/>
          </a:p>
        </p:txBody>
      </p:sp>
      <p:cxnSp>
        <p:nvCxnSpPr>
          <p:cNvPr id="468" name="Straight Connector 254">
            <a:extLst>
              <a:ext uri="{FF2B5EF4-FFF2-40B4-BE49-F238E27FC236}">
                <a16:creationId xmlns:a16="http://schemas.microsoft.com/office/drawing/2014/main" id="{358DE821-6016-485D-859E-635D2307EB4B}"/>
              </a:ext>
            </a:extLst>
          </p:cNvPr>
          <p:cNvCxnSpPr>
            <a:cxnSpLocks/>
          </p:cNvCxnSpPr>
          <p:nvPr/>
        </p:nvCxnSpPr>
        <p:spPr>
          <a:xfrm flipV="1">
            <a:off x="3347492" y="12384831"/>
            <a:ext cx="263078" cy="18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9" name="Straight Connector 254">
            <a:extLst>
              <a:ext uri="{FF2B5EF4-FFF2-40B4-BE49-F238E27FC236}">
                <a16:creationId xmlns:a16="http://schemas.microsoft.com/office/drawing/2014/main" id="{E13B2641-8FEE-4658-B37E-E77A59E5F28F}"/>
              </a:ext>
            </a:extLst>
          </p:cNvPr>
          <p:cNvCxnSpPr>
            <a:cxnSpLocks/>
          </p:cNvCxnSpPr>
          <p:nvPr/>
        </p:nvCxnSpPr>
        <p:spPr>
          <a:xfrm flipV="1">
            <a:off x="3347492" y="11089091"/>
            <a:ext cx="263078" cy="18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0" name="Straight Connector 254">
            <a:extLst>
              <a:ext uri="{FF2B5EF4-FFF2-40B4-BE49-F238E27FC236}">
                <a16:creationId xmlns:a16="http://schemas.microsoft.com/office/drawing/2014/main" id="{43D47A7B-8C95-44B9-AF33-A9F7EF4A4CBF}"/>
              </a:ext>
            </a:extLst>
          </p:cNvPr>
          <p:cNvCxnSpPr>
            <a:cxnSpLocks/>
          </p:cNvCxnSpPr>
          <p:nvPr/>
        </p:nvCxnSpPr>
        <p:spPr>
          <a:xfrm flipV="1">
            <a:off x="3312812" y="10182843"/>
            <a:ext cx="263078" cy="18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1" name="Straight Connector 254">
            <a:extLst>
              <a:ext uri="{FF2B5EF4-FFF2-40B4-BE49-F238E27FC236}">
                <a16:creationId xmlns:a16="http://schemas.microsoft.com/office/drawing/2014/main" id="{82E8D841-1FED-4D2B-8B0E-1FD237346722}"/>
              </a:ext>
            </a:extLst>
          </p:cNvPr>
          <p:cNvCxnSpPr>
            <a:cxnSpLocks/>
          </p:cNvCxnSpPr>
          <p:nvPr/>
        </p:nvCxnSpPr>
        <p:spPr>
          <a:xfrm flipV="1">
            <a:off x="3347492" y="9140437"/>
            <a:ext cx="263078" cy="18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2" name="Straight Connector 254">
            <a:extLst>
              <a:ext uri="{FF2B5EF4-FFF2-40B4-BE49-F238E27FC236}">
                <a16:creationId xmlns:a16="http://schemas.microsoft.com/office/drawing/2014/main" id="{8C14B4BA-63C5-4201-8DA9-35572FD198D6}"/>
              </a:ext>
            </a:extLst>
          </p:cNvPr>
          <p:cNvCxnSpPr>
            <a:cxnSpLocks/>
          </p:cNvCxnSpPr>
          <p:nvPr/>
        </p:nvCxnSpPr>
        <p:spPr>
          <a:xfrm flipV="1">
            <a:off x="3305470" y="8062494"/>
            <a:ext cx="263078" cy="18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3" name="Straight Connector 254">
            <a:extLst>
              <a:ext uri="{FF2B5EF4-FFF2-40B4-BE49-F238E27FC236}">
                <a16:creationId xmlns:a16="http://schemas.microsoft.com/office/drawing/2014/main" id="{DE4E411C-1B69-41D4-A937-1ACA7A2B919D}"/>
              </a:ext>
            </a:extLst>
          </p:cNvPr>
          <p:cNvCxnSpPr>
            <a:cxnSpLocks/>
          </p:cNvCxnSpPr>
          <p:nvPr/>
        </p:nvCxnSpPr>
        <p:spPr>
          <a:xfrm flipV="1">
            <a:off x="3300438" y="7488287"/>
            <a:ext cx="263078" cy="18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5" name="Straight Connector 226">
            <a:extLst>
              <a:ext uri="{FF2B5EF4-FFF2-40B4-BE49-F238E27FC236}">
                <a16:creationId xmlns:a16="http://schemas.microsoft.com/office/drawing/2014/main" id="{3394EE64-FB2F-4AA9-B665-DB308C3D0BCF}"/>
              </a:ext>
            </a:extLst>
          </p:cNvPr>
          <p:cNvCxnSpPr>
            <a:cxnSpLocks/>
          </p:cNvCxnSpPr>
          <p:nvPr/>
        </p:nvCxnSpPr>
        <p:spPr>
          <a:xfrm>
            <a:off x="1935356" y="6568404"/>
            <a:ext cx="31284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6" name="Straight Connector 226">
            <a:extLst>
              <a:ext uri="{FF2B5EF4-FFF2-40B4-BE49-F238E27FC236}">
                <a16:creationId xmlns:a16="http://schemas.microsoft.com/office/drawing/2014/main" id="{AD06C1F1-8F81-4CDB-A855-8893DEA48126}"/>
              </a:ext>
            </a:extLst>
          </p:cNvPr>
          <p:cNvCxnSpPr>
            <a:cxnSpLocks/>
          </p:cNvCxnSpPr>
          <p:nvPr/>
        </p:nvCxnSpPr>
        <p:spPr>
          <a:xfrm>
            <a:off x="1924284" y="7454142"/>
            <a:ext cx="31284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7" name="Straight Connector 226">
            <a:extLst>
              <a:ext uri="{FF2B5EF4-FFF2-40B4-BE49-F238E27FC236}">
                <a16:creationId xmlns:a16="http://schemas.microsoft.com/office/drawing/2014/main" id="{5963FE52-9346-4733-92D5-F713D101152C}"/>
              </a:ext>
            </a:extLst>
          </p:cNvPr>
          <p:cNvCxnSpPr>
            <a:cxnSpLocks/>
          </p:cNvCxnSpPr>
          <p:nvPr/>
        </p:nvCxnSpPr>
        <p:spPr>
          <a:xfrm>
            <a:off x="1924284" y="8063588"/>
            <a:ext cx="31284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8" name="Straight Connector 226">
            <a:extLst>
              <a:ext uri="{FF2B5EF4-FFF2-40B4-BE49-F238E27FC236}">
                <a16:creationId xmlns:a16="http://schemas.microsoft.com/office/drawing/2014/main" id="{F5B92F4F-4557-4924-8AC9-A80AC6967B84}"/>
              </a:ext>
            </a:extLst>
          </p:cNvPr>
          <p:cNvCxnSpPr>
            <a:cxnSpLocks/>
          </p:cNvCxnSpPr>
          <p:nvPr/>
        </p:nvCxnSpPr>
        <p:spPr>
          <a:xfrm>
            <a:off x="1924284" y="9129456"/>
            <a:ext cx="31284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9" name="Straight Connector 226">
            <a:extLst>
              <a:ext uri="{FF2B5EF4-FFF2-40B4-BE49-F238E27FC236}">
                <a16:creationId xmlns:a16="http://schemas.microsoft.com/office/drawing/2014/main" id="{BADFDDB7-FDDE-45D7-AAD2-7143B99EDC1E}"/>
              </a:ext>
            </a:extLst>
          </p:cNvPr>
          <p:cNvCxnSpPr>
            <a:cxnSpLocks/>
          </p:cNvCxnSpPr>
          <p:nvPr/>
        </p:nvCxnSpPr>
        <p:spPr>
          <a:xfrm>
            <a:off x="1946252" y="10159586"/>
            <a:ext cx="31284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0" name="Straight Connector 226">
            <a:extLst>
              <a:ext uri="{FF2B5EF4-FFF2-40B4-BE49-F238E27FC236}">
                <a16:creationId xmlns:a16="http://schemas.microsoft.com/office/drawing/2014/main" id="{7C7ED19D-9655-49D5-BCCD-DC6E514E549D}"/>
              </a:ext>
            </a:extLst>
          </p:cNvPr>
          <p:cNvCxnSpPr>
            <a:cxnSpLocks/>
          </p:cNvCxnSpPr>
          <p:nvPr/>
        </p:nvCxnSpPr>
        <p:spPr>
          <a:xfrm>
            <a:off x="1917014" y="11101172"/>
            <a:ext cx="31284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1" name="Straight Connector 226">
            <a:extLst>
              <a:ext uri="{FF2B5EF4-FFF2-40B4-BE49-F238E27FC236}">
                <a16:creationId xmlns:a16="http://schemas.microsoft.com/office/drawing/2014/main" id="{05A7CD08-BFE7-42C7-A2BC-B2D4F1EA12DA}"/>
              </a:ext>
            </a:extLst>
          </p:cNvPr>
          <p:cNvCxnSpPr>
            <a:cxnSpLocks/>
          </p:cNvCxnSpPr>
          <p:nvPr/>
        </p:nvCxnSpPr>
        <p:spPr>
          <a:xfrm>
            <a:off x="1921811" y="11748426"/>
            <a:ext cx="31284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5" name="Rectangle 359">
            <a:extLst>
              <a:ext uri="{FF2B5EF4-FFF2-40B4-BE49-F238E27FC236}">
                <a16:creationId xmlns:a16="http://schemas.microsoft.com/office/drawing/2014/main" id="{81303F4C-3F27-4DAE-A031-0D9CBEB7A56E}"/>
              </a:ext>
            </a:extLst>
          </p:cNvPr>
          <p:cNvSpPr/>
          <p:nvPr/>
        </p:nvSpPr>
        <p:spPr>
          <a:xfrm>
            <a:off x="5661996" y="11815964"/>
            <a:ext cx="2717719" cy="163224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  <a:latin typeface="Arial" charset="0"/>
                <a:cs typeface="Arial" charset="0"/>
              </a:rPr>
              <a:t>Photo Direct Service</a:t>
            </a:r>
          </a:p>
        </p:txBody>
      </p:sp>
      <p:cxnSp>
        <p:nvCxnSpPr>
          <p:cNvPr id="483" name="Elbow Connector 261">
            <a:extLst>
              <a:ext uri="{FF2B5EF4-FFF2-40B4-BE49-F238E27FC236}">
                <a16:creationId xmlns:a16="http://schemas.microsoft.com/office/drawing/2014/main" id="{7AA97279-7712-4480-811A-76B117A7C062}"/>
              </a:ext>
            </a:extLst>
          </p:cNvPr>
          <p:cNvCxnSpPr>
            <a:cxnSpLocks/>
          </p:cNvCxnSpPr>
          <p:nvPr/>
        </p:nvCxnSpPr>
        <p:spPr>
          <a:xfrm flipV="1">
            <a:off x="5263666" y="11098715"/>
            <a:ext cx="405086" cy="1362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4" name="Elbow Connector 521">
            <a:extLst>
              <a:ext uri="{FF2B5EF4-FFF2-40B4-BE49-F238E27FC236}">
                <a16:creationId xmlns:a16="http://schemas.microsoft.com/office/drawing/2014/main" id="{6F866C5F-6F38-49DA-A78C-A627D3CF9568}"/>
              </a:ext>
            </a:extLst>
          </p:cNvPr>
          <p:cNvCxnSpPr>
            <a:cxnSpLocks/>
          </p:cNvCxnSpPr>
          <p:nvPr/>
        </p:nvCxnSpPr>
        <p:spPr>
          <a:xfrm rot="10800000" flipV="1">
            <a:off x="5668346" y="10927304"/>
            <a:ext cx="12700" cy="328155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5" name="Connector: Elbow 347">
            <a:extLst>
              <a:ext uri="{FF2B5EF4-FFF2-40B4-BE49-F238E27FC236}">
                <a16:creationId xmlns:a16="http://schemas.microsoft.com/office/drawing/2014/main" id="{AF9DB9EF-B9B7-4A77-8F19-0B4F3C2DF3A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98752" y="9480446"/>
            <a:ext cx="227330" cy="203004"/>
          </a:xfrm>
          <a:prstGeom prst="bentConnector2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6" name="Rectangle 321">
            <a:extLst>
              <a:ext uri="{FF2B5EF4-FFF2-40B4-BE49-F238E27FC236}">
                <a16:creationId xmlns:a16="http://schemas.microsoft.com/office/drawing/2014/main" id="{45A26BDB-0D86-48A0-A582-6DD15BE5A56E}"/>
              </a:ext>
            </a:extLst>
          </p:cNvPr>
          <p:cNvSpPr/>
          <p:nvPr/>
        </p:nvSpPr>
        <p:spPr>
          <a:xfrm>
            <a:off x="5652369" y="8474698"/>
            <a:ext cx="2669578" cy="126885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7625" tIns="63813" rIns="127625" bIns="63813" anchor="ctr"/>
          <a:lstStyle/>
          <a:p>
            <a:pPr algn="ctr">
              <a:defRPr/>
            </a:pPr>
            <a:r>
              <a:rPr lang="en-US" sz="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MFP Service ADM</a:t>
            </a:r>
          </a:p>
        </p:txBody>
      </p:sp>
      <p:sp>
        <p:nvSpPr>
          <p:cNvPr id="507" name="TextBox 174">
            <a:extLst>
              <a:ext uri="{FF2B5EF4-FFF2-40B4-BE49-F238E27FC236}">
                <a16:creationId xmlns:a16="http://schemas.microsoft.com/office/drawing/2014/main" id="{A7C9482C-975F-4F7D-9C87-6A28D6446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9286" y="8399360"/>
            <a:ext cx="1130292" cy="267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7625" tIns="63813" rIns="127625" bIns="63813">
            <a:spAutoFit/>
          </a:bodyPr>
          <a:lstStyle/>
          <a:p>
            <a:r>
              <a:rPr lang="es-MX" sz="9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A. Valerio (M)</a:t>
            </a:r>
          </a:p>
        </p:txBody>
      </p:sp>
      <p:cxnSp>
        <p:nvCxnSpPr>
          <p:cNvPr id="508" name="Connector: Elbow 347">
            <a:extLst>
              <a:ext uri="{FF2B5EF4-FFF2-40B4-BE49-F238E27FC236}">
                <a16:creationId xmlns:a16="http://schemas.microsoft.com/office/drawing/2014/main" id="{C94844E8-72B9-4A74-9BAA-811EFD1FD29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53585" y="8361942"/>
            <a:ext cx="227330" cy="203004"/>
          </a:xfrm>
          <a:prstGeom prst="bentConnector2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041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22202</TotalTime>
  <Words>925</Words>
  <Application>Microsoft Office PowerPoint</Application>
  <PresentationFormat>Personalizado</PresentationFormat>
  <Paragraphs>213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Company>CANON MEXICANA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Areli Amador</dc:creator>
  <cp:lastModifiedBy>Carolina Mejia</cp:lastModifiedBy>
  <cp:revision>1121</cp:revision>
  <cp:lastPrinted>2022-09-08T14:02:07Z</cp:lastPrinted>
  <dcterms:created xsi:type="dcterms:W3CDTF">2009-06-29T20:11:54Z</dcterms:created>
  <dcterms:modified xsi:type="dcterms:W3CDTF">2023-01-23T21:31:10Z</dcterms:modified>
</cp:coreProperties>
</file>