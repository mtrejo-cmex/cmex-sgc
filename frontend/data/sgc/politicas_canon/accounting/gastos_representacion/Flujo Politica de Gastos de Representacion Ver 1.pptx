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61" r:id="rId2"/>
    <p:sldId id="263" r:id="rId3"/>
  </p:sldIdLst>
  <p:sldSz cx="14401800" cy="9361488"/>
  <p:notesSz cx="9312275" cy="14798675"/>
  <p:defaultTextStyle>
    <a:defPPr>
      <a:defRPr lang="es-MX"/>
    </a:defPPr>
    <a:lvl1pPr marL="0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1pPr>
    <a:lvl2pPr marL="668300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2pPr>
    <a:lvl3pPr marL="1336598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3pPr>
    <a:lvl4pPr marL="2004895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4pPr>
    <a:lvl5pPr marL="2673194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5pPr>
    <a:lvl6pPr marL="3341492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6pPr>
    <a:lvl7pPr marL="4009790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7pPr>
    <a:lvl8pPr marL="4678091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8pPr>
    <a:lvl9pPr marL="5346388" algn="l" defTabSz="1336598" rtl="0" eaLnBrk="1" latinLnBrk="0" hangingPunct="1">
      <a:defRPr sz="27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49">
          <p15:clr>
            <a:srgbClr val="A4A3A4"/>
          </p15:clr>
        </p15:guide>
        <p15:guide id="2" pos="453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3" d="100"/>
          <a:sy n="43" d="100"/>
        </p:scale>
        <p:origin x="1256" y="64"/>
      </p:cViewPr>
      <p:guideLst>
        <p:guide orient="horz" pos="2949"/>
        <p:guide pos="453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035319" cy="739934"/>
          </a:xfrm>
          <a:prstGeom prst="rect">
            <a:avLst/>
          </a:prstGeom>
        </p:spPr>
        <p:txBody>
          <a:bodyPr vert="horz" lIns="137764" tIns="68881" rIns="137764" bIns="68881" rtlCol="0"/>
          <a:lstStyle>
            <a:lvl1pPr algn="l">
              <a:defRPr sz="18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74802" y="0"/>
            <a:ext cx="4035319" cy="739934"/>
          </a:xfrm>
          <a:prstGeom prst="rect">
            <a:avLst/>
          </a:prstGeom>
        </p:spPr>
        <p:txBody>
          <a:bodyPr vert="horz" lIns="137764" tIns="68881" rIns="137764" bIns="68881" rtlCol="0"/>
          <a:lstStyle>
            <a:lvl1pPr algn="r">
              <a:defRPr sz="1800"/>
            </a:lvl1pPr>
          </a:lstStyle>
          <a:p>
            <a:fld id="{9A56FC56-FA89-41A8-BFC4-A2B024566C93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7350" y="1109663"/>
            <a:ext cx="8537575" cy="5549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7764" tIns="68881" rIns="137764" bIns="68881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31228" y="7029371"/>
            <a:ext cx="7449820" cy="6659404"/>
          </a:xfrm>
          <a:prstGeom prst="rect">
            <a:avLst/>
          </a:prstGeom>
        </p:spPr>
        <p:txBody>
          <a:bodyPr vert="horz" lIns="137764" tIns="68881" rIns="137764" bIns="68881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4056173"/>
            <a:ext cx="4035319" cy="739934"/>
          </a:xfrm>
          <a:prstGeom prst="rect">
            <a:avLst/>
          </a:prstGeom>
        </p:spPr>
        <p:txBody>
          <a:bodyPr vert="horz" lIns="137764" tIns="68881" rIns="137764" bIns="68881" rtlCol="0" anchor="b"/>
          <a:lstStyle>
            <a:lvl1pPr algn="l">
              <a:defRPr sz="18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74802" y="14056173"/>
            <a:ext cx="4035319" cy="739934"/>
          </a:xfrm>
          <a:prstGeom prst="rect">
            <a:avLst/>
          </a:prstGeom>
        </p:spPr>
        <p:txBody>
          <a:bodyPr vert="horz" lIns="137764" tIns="68881" rIns="137764" bIns="68881" rtlCol="0" anchor="b"/>
          <a:lstStyle>
            <a:lvl1pPr algn="r">
              <a:defRPr sz="1800"/>
            </a:lvl1pPr>
          </a:lstStyle>
          <a:p>
            <a:fld id="{46B725E9-99EB-45D7-8525-6F9B3B86EDC0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668300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1336598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2004895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2673194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3341492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4009790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4678091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5346388" algn="l" defTabSz="133659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7350" y="1109663"/>
            <a:ext cx="8537575" cy="5549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FEA6C-9C95-4977-B15E-E4E67BB8459B}" type="slidenum">
              <a:rPr lang="es-MX" smtClean="0"/>
              <a:pPr/>
              <a:t>1</a:t>
            </a:fld>
            <a:endParaRPr lang="es-MX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7350" y="1109663"/>
            <a:ext cx="8537575" cy="55499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ok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0FEA6C-9C95-4977-B15E-E4E67BB8459B}" type="slidenum">
              <a:rPr lang="es-MX" smtClean="0"/>
              <a:pPr/>
              <a:t>2</a:t>
            </a:fld>
            <a:endParaRPr lang="es-MX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142" y="2908131"/>
            <a:ext cx="12241530" cy="20066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60278" y="5304845"/>
            <a:ext cx="10081261" cy="2392381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68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3365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2004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67319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3414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40097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6780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534638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37650" y="6015627"/>
            <a:ext cx="12241530" cy="1859295"/>
          </a:xfrm>
        </p:spPr>
        <p:txBody>
          <a:bodyPr anchor="t"/>
          <a:lstStyle>
            <a:lvl1pPr algn="l">
              <a:defRPr sz="5900" b="1" cap="all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37650" y="3967802"/>
            <a:ext cx="12241530" cy="2047824"/>
          </a:xfrm>
        </p:spPr>
        <p:txBody>
          <a:bodyPr anchor="b"/>
          <a:lstStyle>
            <a:lvl1pPr marL="0" indent="0">
              <a:buNone/>
              <a:defRPr sz="2900">
                <a:solidFill>
                  <a:schemeClr val="tx1">
                    <a:tint val="75000"/>
                  </a:schemeClr>
                </a:solidFill>
              </a:defRPr>
            </a:lvl1pPr>
            <a:lvl2pPr marL="6683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36598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3pPr>
            <a:lvl4pPr marL="200489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4pPr>
            <a:lvl5pPr marL="2673194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5pPr>
            <a:lvl6pPr marL="3341492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6pPr>
            <a:lvl7pPr marL="400979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7pPr>
            <a:lvl8pPr marL="467809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8pPr>
            <a:lvl9pPr marL="5346388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20097" y="2184356"/>
            <a:ext cx="6360795" cy="617814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29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320923" y="2184356"/>
            <a:ext cx="6360795" cy="6178149"/>
          </a:xfrm>
        </p:spPr>
        <p:txBody>
          <a:bodyPr/>
          <a:lstStyle>
            <a:lvl1pPr>
              <a:defRPr sz="4000"/>
            </a:lvl1pPr>
            <a:lvl2pPr>
              <a:defRPr sz="3500"/>
            </a:lvl2pPr>
            <a:lvl3pPr>
              <a:defRPr sz="2900"/>
            </a:lvl3pPr>
            <a:lvl4pPr>
              <a:defRPr sz="2700"/>
            </a:lvl4pPr>
            <a:lvl5pPr>
              <a:defRPr sz="2700"/>
            </a:lvl5pPr>
            <a:lvl6pPr>
              <a:defRPr sz="2700"/>
            </a:lvl6pPr>
            <a:lvl7pPr>
              <a:defRPr sz="2700"/>
            </a:lvl7pPr>
            <a:lvl8pPr>
              <a:defRPr sz="2700"/>
            </a:lvl8pPr>
            <a:lvl9pPr>
              <a:defRPr sz="27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94" y="2095504"/>
            <a:ext cx="6363297" cy="873303"/>
          </a:xfrm>
        </p:spPr>
        <p:txBody>
          <a:bodyPr anchor="b"/>
          <a:lstStyle>
            <a:lvl1pPr marL="0" indent="0">
              <a:buNone/>
              <a:defRPr sz="3500" b="1"/>
            </a:lvl1pPr>
            <a:lvl2pPr marL="668300" indent="0">
              <a:buNone/>
              <a:defRPr sz="2900" b="1"/>
            </a:lvl2pPr>
            <a:lvl3pPr marL="1336598" indent="0">
              <a:buNone/>
              <a:defRPr sz="2700" b="1"/>
            </a:lvl3pPr>
            <a:lvl4pPr marL="2004895" indent="0">
              <a:buNone/>
              <a:defRPr sz="2200" b="1"/>
            </a:lvl4pPr>
            <a:lvl5pPr marL="2673194" indent="0">
              <a:buNone/>
              <a:defRPr sz="2200" b="1"/>
            </a:lvl5pPr>
            <a:lvl6pPr marL="3341492" indent="0">
              <a:buNone/>
              <a:defRPr sz="2200" b="1"/>
            </a:lvl6pPr>
            <a:lvl7pPr marL="4009790" indent="0">
              <a:buNone/>
              <a:defRPr sz="2200" b="1"/>
            </a:lvl7pPr>
            <a:lvl8pPr marL="4678091" indent="0">
              <a:buNone/>
              <a:defRPr sz="2200" b="1"/>
            </a:lvl8pPr>
            <a:lvl9pPr marL="5346388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0094" y="2968806"/>
            <a:ext cx="6363297" cy="5393692"/>
          </a:xfrm>
        </p:spPr>
        <p:txBody>
          <a:bodyPr/>
          <a:lstStyle>
            <a:lvl1pPr>
              <a:defRPr sz="3500"/>
            </a:lvl1pPr>
            <a:lvl2pPr>
              <a:defRPr sz="29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315920" y="2095504"/>
            <a:ext cx="6365796" cy="873303"/>
          </a:xfrm>
        </p:spPr>
        <p:txBody>
          <a:bodyPr anchor="b"/>
          <a:lstStyle>
            <a:lvl1pPr marL="0" indent="0">
              <a:buNone/>
              <a:defRPr sz="3500" b="1"/>
            </a:lvl1pPr>
            <a:lvl2pPr marL="668300" indent="0">
              <a:buNone/>
              <a:defRPr sz="2900" b="1"/>
            </a:lvl2pPr>
            <a:lvl3pPr marL="1336598" indent="0">
              <a:buNone/>
              <a:defRPr sz="2700" b="1"/>
            </a:lvl3pPr>
            <a:lvl4pPr marL="2004895" indent="0">
              <a:buNone/>
              <a:defRPr sz="2200" b="1"/>
            </a:lvl4pPr>
            <a:lvl5pPr marL="2673194" indent="0">
              <a:buNone/>
              <a:defRPr sz="2200" b="1"/>
            </a:lvl5pPr>
            <a:lvl6pPr marL="3341492" indent="0">
              <a:buNone/>
              <a:defRPr sz="2200" b="1"/>
            </a:lvl6pPr>
            <a:lvl7pPr marL="4009790" indent="0">
              <a:buNone/>
              <a:defRPr sz="2200" b="1"/>
            </a:lvl7pPr>
            <a:lvl8pPr marL="4678091" indent="0">
              <a:buNone/>
              <a:defRPr sz="2200" b="1"/>
            </a:lvl8pPr>
            <a:lvl9pPr marL="5346388" indent="0">
              <a:buNone/>
              <a:defRPr sz="2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315920" y="2968806"/>
            <a:ext cx="6365796" cy="5393692"/>
          </a:xfrm>
        </p:spPr>
        <p:txBody>
          <a:bodyPr/>
          <a:lstStyle>
            <a:lvl1pPr>
              <a:defRPr sz="3500"/>
            </a:lvl1pPr>
            <a:lvl2pPr>
              <a:defRPr sz="2900"/>
            </a:lvl2pPr>
            <a:lvl3pPr>
              <a:defRPr sz="27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0097" y="372729"/>
            <a:ext cx="4738093" cy="1586253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30709" y="372734"/>
            <a:ext cx="8051006" cy="7989771"/>
          </a:xfrm>
        </p:spPr>
        <p:txBody>
          <a:bodyPr/>
          <a:lstStyle>
            <a:lvl1pPr>
              <a:defRPr sz="4700"/>
            </a:lvl1pPr>
            <a:lvl2pPr>
              <a:defRPr sz="4000"/>
            </a:lvl2pPr>
            <a:lvl3pPr>
              <a:defRPr sz="35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0097" y="1958985"/>
            <a:ext cx="4738093" cy="6403518"/>
          </a:xfrm>
        </p:spPr>
        <p:txBody>
          <a:bodyPr/>
          <a:lstStyle>
            <a:lvl1pPr marL="0" indent="0">
              <a:buNone/>
              <a:defRPr sz="2100"/>
            </a:lvl1pPr>
            <a:lvl2pPr marL="668300" indent="0">
              <a:buNone/>
              <a:defRPr sz="1800"/>
            </a:lvl2pPr>
            <a:lvl3pPr marL="1336598" indent="0">
              <a:buNone/>
              <a:defRPr sz="1400"/>
            </a:lvl3pPr>
            <a:lvl4pPr marL="2004895" indent="0">
              <a:buNone/>
              <a:defRPr sz="1300"/>
            </a:lvl4pPr>
            <a:lvl5pPr marL="2673194" indent="0">
              <a:buNone/>
              <a:defRPr sz="1300"/>
            </a:lvl5pPr>
            <a:lvl6pPr marL="3341492" indent="0">
              <a:buNone/>
              <a:defRPr sz="1300"/>
            </a:lvl6pPr>
            <a:lvl7pPr marL="4009790" indent="0">
              <a:buNone/>
              <a:defRPr sz="1300"/>
            </a:lvl7pPr>
            <a:lvl8pPr marL="4678091" indent="0">
              <a:buNone/>
              <a:defRPr sz="1300"/>
            </a:lvl8pPr>
            <a:lvl9pPr marL="5346388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22856" y="6553043"/>
            <a:ext cx="8641080" cy="773624"/>
          </a:xfrm>
        </p:spPr>
        <p:txBody>
          <a:bodyPr anchor="b"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22856" y="836470"/>
            <a:ext cx="8641080" cy="5616893"/>
          </a:xfrm>
        </p:spPr>
        <p:txBody>
          <a:bodyPr/>
          <a:lstStyle>
            <a:lvl1pPr marL="0" indent="0">
              <a:buNone/>
              <a:defRPr sz="4700"/>
            </a:lvl1pPr>
            <a:lvl2pPr marL="668300" indent="0">
              <a:buNone/>
              <a:defRPr sz="4000"/>
            </a:lvl2pPr>
            <a:lvl3pPr marL="1336598" indent="0">
              <a:buNone/>
              <a:defRPr sz="3500"/>
            </a:lvl3pPr>
            <a:lvl4pPr marL="2004895" indent="0">
              <a:buNone/>
              <a:defRPr sz="2900"/>
            </a:lvl4pPr>
            <a:lvl5pPr marL="2673194" indent="0">
              <a:buNone/>
              <a:defRPr sz="2900"/>
            </a:lvl5pPr>
            <a:lvl6pPr marL="3341492" indent="0">
              <a:buNone/>
              <a:defRPr sz="2900"/>
            </a:lvl6pPr>
            <a:lvl7pPr marL="4009790" indent="0">
              <a:buNone/>
              <a:defRPr sz="2900"/>
            </a:lvl7pPr>
            <a:lvl8pPr marL="4678091" indent="0">
              <a:buNone/>
              <a:defRPr sz="2900"/>
            </a:lvl8pPr>
            <a:lvl9pPr marL="5346388" indent="0">
              <a:buNone/>
              <a:defRPr sz="2900"/>
            </a:lvl9pPr>
          </a:lstStyle>
          <a:p>
            <a:endParaRPr lang="es-MX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822856" y="7326672"/>
            <a:ext cx="8641080" cy="1098673"/>
          </a:xfrm>
        </p:spPr>
        <p:txBody>
          <a:bodyPr/>
          <a:lstStyle>
            <a:lvl1pPr marL="0" indent="0">
              <a:buNone/>
              <a:defRPr sz="2100"/>
            </a:lvl1pPr>
            <a:lvl2pPr marL="668300" indent="0">
              <a:buNone/>
              <a:defRPr sz="1800"/>
            </a:lvl2pPr>
            <a:lvl3pPr marL="1336598" indent="0">
              <a:buNone/>
              <a:defRPr sz="1400"/>
            </a:lvl3pPr>
            <a:lvl4pPr marL="2004895" indent="0">
              <a:buNone/>
              <a:defRPr sz="1300"/>
            </a:lvl4pPr>
            <a:lvl5pPr marL="2673194" indent="0">
              <a:buNone/>
              <a:defRPr sz="1300"/>
            </a:lvl5pPr>
            <a:lvl6pPr marL="3341492" indent="0">
              <a:buNone/>
              <a:defRPr sz="1300"/>
            </a:lvl6pPr>
            <a:lvl7pPr marL="4009790" indent="0">
              <a:buNone/>
              <a:defRPr sz="1300"/>
            </a:lvl7pPr>
            <a:lvl8pPr marL="4678091" indent="0">
              <a:buNone/>
              <a:defRPr sz="1300"/>
            </a:lvl8pPr>
            <a:lvl9pPr marL="5346388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41311" y="374897"/>
            <a:ext cx="3240406" cy="798760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20096" y="374897"/>
            <a:ext cx="9481185" cy="798760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0095" y="374896"/>
            <a:ext cx="12961621" cy="1560250"/>
          </a:xfrm>
          <a:prstGeom prst="rect">
            <a:avLst/>
          </a:prstGeom>
        </p:spPr>
        <p:txBody>
          <a:bodyPr vert="horz" lIns="133660" tIns="66829" rIns="133660" bIns="66829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0095" y="2184356"/>
            <a:ext cx="12961621" cy="6178149"/>
          </a:xfrm>
          <a:prstGeom prst="rect">
            <a:avLst/>
          </a:prstGeom>
        </p:spPr>
        <p:txBody>
          <a:bodyPr vert="horz" lIns="133660" tIns="66829" rIns="133660" bIns="6682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094" y="8676718"/>
            <a:ext cx="3360420" cy="498413"/>
          </a:xfrm>
          <a:prstGeom prst="rect">
            <a:avLst/>
          </a:prstGeom>
        </p:spPr>
        <p:txBody>
          <a:bodyPr vert="horz" lIns="133660" tIns="66829" rIns="133660" bIns="66829" rtlCol="0" anchor="ctr"/>
          <a:lstStyle>
            <a:lvl1pPr algn="l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C5B0A7-A701-4F87-915A-CE0FC479E9AC}" type="datetimeFigureOut">
              <a:rPr lang="es-MX" smtClean="0"/>
              <a:pPr/>
              <a:t>24/09/2024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920620" y="8676718"/>
            <a:ext cx="4560571" cy="498413"/>
          </a:xfrm>
          <a:prstGeom prst="rect">
            <a:avLst/>
          </a:prstGeom>
        </p:spPr>
        <p:txBody>
          <a:bodyPr vert="horz" lIns="133660" tIns="66829" rIns="133660" bIns="66829" rtlCol="0" anchor="ctr"/>
          <a:lstStyle>
            <a:lvl1pPr algn="ct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21295" y="8676718"/>
            <a:ext cx="3360420" cy="498413"/>
          </a:xfrm>
          <a:prstGeom prst="rect">
            <a:avLst/>
          </a:prstGeom>
        </p:spPr>
        <p:txBody>
          <a:bodyPr vert="horz" lIns="133660" tIns="66829" rIns="133660" bIns="66829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E07D7E-21BB-4BE3-9E12-3229D92A014E}" type="slidenum">
              <a:rPr lang="es-MX" smtClean="0"/>
              <a:pPr/>
              <a:t>‹Nº›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336598" rtl="0" eaLnBrk="1" latinLnBrk="0" hangingPunct="1"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1223" indent="-501223" algn="l" defTabSz="1336598" rtl="0" eaLnBrk="1" latinLnBrk="0" hangingPunct="1">
        <a:spcBef>
          <a:spcPct val="20000"/>
        </a:spcBef>
        <a:buFont typeface="Arial" pitchFamily="34" charset="0"/>
        <a:buChar char="•"/>
        <a:defRPr sz="4700" kern="1200">
          <a:solidFill>
            <a:schemeClr val="tx1"/>
          </a:solidFill>
          <a:latin typeface="+mn-lt"/>
          <a:ea typeface="+mn-ea"/>
          <a:cs typeface="+mn-cs"/>
        </a:defRPr>
      </a:lvl1pPr>
      <a:lvl2pPr marL="1085985" indent="-417686" algn="l" defTabSz="1336598" rtl="0" eaLnBrk="1" latinLnBrk="0" hangingPunct="1">
        <a:spcBef>
          <a:spcPct val="20000"/>
        </a:spcBef>
        <a:buFont typeface="Arial" pitchFamily="34" charset="0"/>
        <a:buChar char="–"/>
        <a:defRPr sz="4000" kern="1200">
          <a:solidFill>
            <a:schemeClr val="tx1"/>
          </a:solidFill>
          <a:latin typeface="+mn-lt"/>
          <a:ea typeface="+mn-ea"/>
          <a:cs typeface="+mn-cs"/>
        </a:defRPr>
      </a:lvl2pPr>
      <a:lvl3pPr marL="1670748" indent="-334148" algn="l" defTabSz="1336598" rtl="0" eaLnBrk="1" latinLnBrk="0" hangingPunct="1">
        <a:spcBef>
          <a:spcPct val="20000"/>
        </a:spcBef>
        <a:buFont typeface="Arial" pitchFamily="34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3pPr>
      <a:lvl4pPr marL="2339043" indent="-334148" algn="l" defTabSz="1336598" rtl="0" eaLnBrk="1" latinLnBrk="0" hangingPunct="1">
        <a:spcBef>
          <a:spcPct val="20000"/>
        </a:spcBef>
        <a:buFont typeface="Arial" pitchFamily="34" charset="0"/>
        <a:buChar char="–"/>
        <a:defRPr sz="2900" kern="1200">
          <a:solidFill>
            <a:schemeClr val="tx1"/>
          </a:solidFill>
          <a:latin typeface="+mn-lt"/>
          <a:ea typeface="+mn-ea"/>
          <a:cs typeface="+mn-cs"/>
        </a:defRPr>
      </a:lvl4pPr>
      <a:lvl5pPr marL="3007344" indent="-334148" algn="l" defTabSz="1336598" rtl="0" eaLnBrk="1" latinLnBrk="0" hangingPunct="1">
        <a:spcBef>
          <a:spcPct val="20000"/>
        </a:spcBef>
        <a:buFont typeface="Arial" pitchFamily="34" charset="0"/>
        <a:buChar char="»"/>
        <a:defRPr sz="2900" kern="1200">
          <a:solidFill>
            <a:schemeClr val="tx1"/>
          </a:solidFill>
          <a:latin typeface="+mn-lt"/>
          <a:ea typeface="+mn-ea"/>
          <a:cs typeface="+mn-cs"/>
        </a:defRPr>
      </a:lvl5pPr>
      <a:lvl6pPr marL="3675644" indent="-334148" algn="l" defTabSz="1336598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6pPr>
      <a:lvl7pPr marL="4343940" indent="-334148" algn="l" defTabSz="1336598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7pPr>
      <a:lvl8pPr marL="5012240" indent="-334148" algn="l" defTabSz="1336598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8pPr>
      <a:lvl9pPr marL="5680538" indent="-334148" algn="l" defTabSz="1336598" rtl="0" eaLnBrk="1" latinLnBrk="0" hangingPunct="1">
        <a:spcBef>
          <a:spcPct val="20000"/>
        </a:spcBef>
        <a:buFont typeface="Arial" pitchFamily="34" charset="0"/>
        <a:buChar char="•"/>
        <a:defRPr sz="2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68300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36598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04895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673194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341492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009790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678091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346388" algn="l" defTabSz="1336598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Connector 64"/>
          <p:cNvCxnSpPr/>
          <p:nvPr/>
        </p:nvCxnSpPr>
        <p:spPr>
          <a:xfrm>
            <a:off x="1" y="9329989"/>
            <a:ext cx="14401800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Equal 65"/>
          <p:cNvSpPr/>
          <p:nvPr/>
        </p:nvSpPr>
        <p:spPr>
          <a:xfrm>
            <a:off x="-2591137" y="1166503"/>
            <a:ext cx="19498925" cy="442786"/>
          </a:xfrm>
          <a:prstGeom prst="mathEqual">
            <a:avLst>
              <a:gd name="adj1" fmla="val 5152"/>
              <a:gd name="adj2" fmla="val 31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382" tIns="50191" rIns="100382" bIns="50191"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grpSp>
        <p:nvGrpSpPr>
          <p:cNvPr id="2" name="Group 71"/>
          <p:cNvGrpSpPr/>
          <p:nvPr/>
        </p:nvGrpSpPr>
        <p:grpSpPr>
          <a:xfrm>
            <a:off x="8447220" y="68299"/>
            <a:ext cx="5819932" cy="1106964"/>
            <a:chOff x="2987824" y="44624"/>
            <a:chExt cx="3915290" cy="836712"/>
          </a:xfrm>
        </p:grpSpPr>
        <p:sp>
          <p:nvSpPr>
            <p:cNvPr id="68" name="Freeform 67"/>
            <p:cNvSpPr/>
            <p:nvPr/>
          </p:nvSpPr>
          <p:spPr>
            <a:xfrm>
              <a:off x="2987824" y="44624"/>
              <a:ext cx="3915290" cy="836712"/>
            </a:xfrm>
            <a:custGeom>
              <a:avLst/>
              <a:gdLst>
                <a:gd name="connsiteX0" fmla="*/ 0 w 5976664"/>
                <a:gd name="connsiteY0" fmla="*/ 0 h 836712"/>
                <a:gd name="connsiteX1" fmla="*/ 5976664 w 5976664"/>
                <a:gd name="connsiteY1" fmla="*/ 0 h 836712"/>
                <a:gd name="connsiteX2" fmla="*/ 5976664 w 5976664"/>
                <a:gd name="connsiteY2" fmla="*/ 836712 h 836712"/>
                <a:gd name="connsiteX3" fmla="*/ 0 w 5976664"/>
                <a:gd name="connsiteY3" fmla="*/ 836712 h 836712"/>
                <a:gd name="connsiteX4" fmla="*/ 0 w 5976664"/>
                <a:gd name="connsiteY4" fmla="*/ 0 h 836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976664" h="836712">
                  <a:moveTo>
                    <a:pt x="0" y="0"/>
                  </a:moveTo>
                  <a:lnTo>
                    <a:pt x="5976664" y="0"/>
                  </a:lnTo>
                  <a:lnTo>
                    <a:pt x="5976664" y="836712"/>
                  </a:lnTo>
                  <a:lnTo>
                    <a:pt x="0" y="836712"/>
                  </a:lnTo>
                  <a:lnTo>
                    <a:pt x="0" y="0"/>
                  </a:lnTo>
                  <a:close/>
                </a:path>
              </a:pathLst>
            </a:cu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100" dirty="0"/>
            </a:p>
          </p:txBody>
        </p:sp>
        <p:sp>
          <p:nvSpPr>
            <p:cNvPr id="69" name="Diamond 68"/>
            <p:cNvSpPr/>
            <p:nvPr/>
          </p:nvSpPr>
          <p:spPr>
            <a:xfrm>
              <a:off x="3203848" y="260648"/>
              <a:ext cx="360040" cy="288032"/>
            </a:xfrm>
            <a:prstGeom prst="diamond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100" dirty="0"/>
            </a:p>
          </p:txBody>
        </p:sp>
        <p:sp>
          <p:nvSpPr>
            <p:cNvPr id="70" name="Isosceles Triangle 69"/>
            <p:cNvSpPr/>
            <p:nvPr/>
          </p:nvSpPr>
          <p:spPr>
            <a:xfrm>
              <a:off x="3707904" y="260648"/>
              <a:ext cx="288032" cy="288032"/>
            </a:xfrm>
            <a:prstGeom prst="triangl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3100" dirty="0"/>
            </a:p>
          </p:txBody>
        </p:sp>
        <p:sp>
          <p:nvSpPr>
            <p:cNvPr id="71" name="Oval 70"/>
            <p:cNvSpPr/>
            <p:nvPr/>
          </p:nvSpPr>
          <p:spPr>
            <a:xfrm>
              <a:off x="4211960" y="260648"/>
              <a:ext cx="288032" cy="288032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100" dirty="0"/>
            </a:p>
          </p:txBody>
        </p:sp>
        <p:sp>
          <p:nvSpPr>
            <p:cNvPr id="72" name="Diamond 71"/>
            <p:cNvSpPr/>
            <p:nvPr/>
          </p:nvSpPr>
          <p:spPr>
            <a:xfrm>
              <a:off x="5508104" y="188640"/>
              <a:ext cx="432048" cy="360040"/>
            </a:xfrm>
            <a:prstGeom prst="diamond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100" dirty="0"/>
            </a:p>
          </p:txBody>
        </p:sp>
        <p:sp>
          <p:nvSpPr>
            <p:cNvPr id="73" name="Rectangle 72"/>
            <p:cNvSpPr/>
            <p:nvPr/>
          </p:nvSpPr>
          <p:spPr>
            <a:xfrm>
              <a:off x="6156176" y="281580"/>
              <a:ext cx="576064" cy="288032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100" dirty="0"/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3093914" y="600943"/>
              <a:ext cx="3211436" cy="23263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   Risk     Control    Note      Start/Finish      Judgment        Process</a:t>
              </a:r>
            </a:p>
          </p:txBody>
        </p:sp>
        <p:sp>
          <p:nvSpPr>
            <p:cNvPr id="85" name="Rounded Rectangle 84"/>
            <p:cNvSpPr/>
            <p:nvPr/>
          </p:nvSpPr>
          <p:spPr>
            <a:xfrm>
              <a:off x="4644008" y="260648"/>
              <a:ext cx="720080" cy="288032"/>
            </a:xfrm>
            <a:prstGeom prst="roundRect">
              <a:avLst>
                <a:gd name="adj" fmla="val 50000"/>
              </a:avLst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3100" dirty="0"/>
            </a:p>
          </p:txBody>
        </p:sp>
      </p:grpSp>
      <p:sp>
        <p:nvSpPr>
          <p:cNvPr id="86" name="TextBox 85"/>
          <p:cNvSpPr txBox="1"/>
          <p:nvPr/>
        </p:nvSpPr>
        <p:spPr>
          <a:xfrm>
            <a:off x="-36692" y="3529"/>
            <a:ext cx="5279184" cy="1455579"/>
          </a:xfrm>
          <a:prstGeom prst="rect">
            <a:avLst/>
          </a:prstGeom>
          <a:noFill/>
        </p:spPr>
        <p:txBody>
          <a:bodyPr wrap="square" lIns="100382" tIns="50191" rIns="100382" bIns="50191" rtlCol="0">
            <a:spAutoFit/>
          </a:bodyPr>
          <a:lstStyle/>
          <a:p>
            <a:r>
              <a:rPr lang="es-MX" sz="2200" b="1" dirty="0">
                <a:solidFill>
                  <a:srgbClr val="DE0000"/>
                </a:solidFill>
              </a:rPr>
              <a:t>Canon Mexicana</a:t>
            </a:r>
          </a:p>
          <a:p>
            <a:r>
              <a:rPr lang="en-US" sz="2200" dirty="0"/>
              <a:t>Process</a:t>
            </a:r>
            <a:r>
              <a:rPr lang="es-MX" sz="2200" dirty="0"/>
              <a:t>: Cuentas por Pagar</a:t>
            </a:r>
          </a:p>
          <a:p>
            <a:r>
              <a:rPr lang="es-MX" sz="2200" dirty="0"/>
              <a:t>Sub </a:t>
            </a:r>
            <a:r>
              <a:rPr lang="en-US" sz="2200" dirty="0"/>
              <a:t>Process</a:t>
            </a:r>
            <a:r>
              <a:rPr lang="es-MX" sz="2200" dirty="0"/>
              <a:t>: Gastos de Representación </a:t>
            </a:r>
          </a:p>
          <a:p>
            <a:endParaRPr lang="es-MX" sz="2200" b="1" dirty="0">
              <a:solidFill>
                <a:srgbClr val="DE0000"/>
              </a:solidFill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00A7FAB-23C8-87F4-12A1-9605DF6A5F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40" y="1152353"/>
            <a:ext cx="13088071" cy="814149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Straight Connector 64"/>
          <p:cNvCxnSpPr/>
          <p:nvPr/>
        </p:nvCxnSpPr>
        <p:spPr>
          <a:xfrm>
            <a:off x="1" y="9329989"/>
            <a:ext cx="14401800" cy="0"/>
          </a:xfrm>
          <a:prstGeom prst="line">
            <a:avLst/>
          </a:prstGeom>
          <a:ln w="7620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66" name="Equal 65"/>
          <p:cNvSpPr/>
          <p:nvPr/>
        </p:nvSpPr>
        <p:spPr>
          <a:xfrm>
            <a:off x="-2591137" y="1359856"/>
            <a:ext cx="19498925" cy="442786"/>
          </a:xfrm>
          <a:prstGeom prst="mathEqual">
            <a:avLst>
              <a:gd name="adj1" fmla="val 5152"/>
              <a:gd name="adj2" fmla="val 3127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0382" tIns="50191" rIns="100382" bIns="50191" rtlCol="0" anchor="ctr"/>
          <a:lstStyle/>
          <a:p>
            <a:pPr algn="ctr"/>
            <a:endParaRPr lang="es-MX">
              <a:solidFill>
                <a:schemeClr val="tx1"/>
              </a:solidFill>
            </a:endParaRPr>
          </a:p>
        </p:txBody>
      </p:sp>
      <p:sp>
        <p:nvSpPr>
          <p:cNvPr id="86" name="TextBox 85"/>
          <p:cNvSpPr txBox="1"/>
          <p:nvPr/>
        </p:nvSpPr>
        <p:spPr>
          <a:xfrm>
            <a:off x="-36692" y="3529"/>
            <a:ext cx="5279184" cy="1455579"/>
          </a:xfrm>
          <a:prstGeom prst="rect">
            <a:avLst/>
          </a:prstGeom>
          <a:noFill/>
        </p:spPr>
        <p:txBody>
          <a:bodyPr wrap="square" lIns="100382" tIns="50191" rIns="100382" bIns="50191" rtlCol="0">
            <a:spAutoFit/>
          </a:bodyPr>
          <a:lstStyle/>
          <a:p>
            <a:r>
              <a:rPr lang="en-US" sz="2200" b="1" dirty="0">
                <a:solidFill>
                  <a:srgbClr val="DE0000"/>
                </a:solidFill>
              </a:rPr>
              <a:t>Canon Mexicana</a:t>
            </a:r>
          </a:p>
          <a:p>
            <a:r>
              <a:rPr lang="en-US" sz="2200" dirty="0"/>
              <a:t>Process</a:t>
            </a:r>
            <a:r>
              <a:rPr lang="es-MX" sz="2200" dirty="0"/>
              <a:t>: </a:t>
            </a:r>
            <a:r>
              <a:rPr lang="en-US" sz="2200" dirty="0"/>
              <a:t>Accounts Payables </a:t>
            </a:r>
            <a:endParaRPr lang="es-MX" sz="2200" dirty="0"/>
          </a:p>
          <a:p>
            <a:r>
              <a:rPr lang="es-MX" sz="2200" dirty="0"/>
              <a:t>Sub </a:t>
            </a:r>
            <a:r>
              <a:rPr lang="en-US" sz="2200" dirty="0"/>
              <a:t>Process</a:t>
            </a:r>
            <a:r>
              <a:rPr lang="es-MX" sz="2200" dirty="0"/>
              <a:t>: </a:t>
            </a:r>
            <a:r>
              <a:rPr lang="en-US" sz="2200" dirty="0"/>
              <a:t>Customer’s</a:t>
            </a:r>
            <a:r>
              <a:rPr lang="es-MX" sz="2200" dirty="0"/>
              <a:t> </a:t>
            </a:r>
            <a:r>
              <a:rPr lang="en-US" sz="2200" dirty="0"/>
              <a:t>Meals</a:t>
            </a:r>
            <a:r>
              <a:rPr lang="es-MX" sz="2200" dirty="0"/>
              <a:t> </a:t>
            </a:r>
          </a:p>
          <a:p>
            <a:r>
              <a:rPr lang="en-US" sz="2200" dirty="0"/>
              <a:t>Document: FORMATO CONT-006</a:t>
            </a:r>
            <a:endParaRPr lang="en-US" sz="2200" b="1" dirty="0">
              <a:solidFill>
                <a:srgbClr val="DE0000"/>
              </a:solidFill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01E2E34-DA13-83A4-35CB-56DE238B56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76564" y="31498"/>
            <a:ext cx="7992888" cy="924219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4270</TotalTime>
  <Words>41</Words>
  <Application>Microsoft Office PowerPoint</Application>
  <PresentationFormat>Personalizado</PresentationFormat>
  <Paragraphs>12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canon</dc:creator>
  <cp:lastModifiedBy>Monica Martinez Alavez</cp:lastModifiedBy>
  <cp:revision>452</cp:revision>
  <dcterms:created xsi:type="dcterms:W3CDTF">2015-02-16T18:39:27Z</dcterms:created>
  <dcterms:modified xsi:type="dcterms:W3CDTF">2024-09-24T16:38:19Z</dcterms:modified>
</cp:coreProperties>
</file>