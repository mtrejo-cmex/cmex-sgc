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9" r:id="rId2"/>
  </p:sldIdLst>
  <p:sldSz cx="9144000" cy="6858000" type="screen4x3"/>
  <p:notesSz cx="7026275" cy="9312275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1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41DDE5-DB0D-4C4C-B473-002FA4B68DA9}" type="doc">
      <dgm:prSet loTypeId="urn:microsoft.com/office/officeart/2005/8/layout/pyramid1" loCatId="pyramid" qsTypeId="urn:microsoft.com/office/officeart/2005/8/quickstyle/simple1" qsCatId="simple" csTypeId="urn:microsoft.com/office/officeart/2005/8/colors/colorful4" csCatId="colorful" phldr="1"/>
      <dgm:spPr/>
    </dgm:pt>
    <dgm:pt modelId="{351B6DAC-7D7F-435E-8955-AE2C5AA8D4B5}">
      <dgm:prSet phldrT="[Text]" custT="1"/>
      <dgm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>
          <a:solidFill>
            <a:schemeClr val="tx1"/>
          </a:solidFill>
        </a:ln>
      </dgm:spPr>
      <dgm:t>
        <a:bodyPr anchor="t"/>
        <a:lstStyle/>
        <a:p>
          <a:endParaRPr lang="es-MX" sz="1200" b="1" u="sng" dirty="0" smtClean="0">
            <a:solidFill>
              <a:srgbClr val="FF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r>
            <a:rPr lang="es-MX" sz="2400" b="1" u="sng" dirty="0" err="1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President</a:t>
          </a:r>
          <a:endParaRPr lang="es-MX" sz="2400" b="1" u="sng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60205AF-E63B-4384-B138-4F090E1BDCA3}" type="parTrans" cxnId="{CC7BF7C1-570D-43B3-BBE3-F5AD840E5DCF}">
      <dgm:prSet/>
      <dgm:spPr/>
      <dgm:t>
        <a:bodyPr/>
        <a:lstStyle/>
        <a:p>
          <a:endParaRPr lang="es-MX"/>
        </a:p>
      </dgm:t>
    </dgm:pt>
    <dgm:pt modelId="{CEC2765F-59DB-4A6A-830A-0433F3025661}" type="sibTrans" cxnId="{CC7BF7C1-570D-43B3-BBE3-F5AD840E5DCF}">
      <dgm:prSet/>
      <dgm:spPr/>
      <dgm:t>
        <a:bodyPr/>
        <a:lstStyle/>
        <a:p>
          <a:endParaRPr lang="es-MX"/>
        </a:p>
      </dgm:t>
    </dgm:pt>
    <dgm:pt modelId="{B3DD3E95-7FF1-4B55-A0FF-D30536BBD460}">
      <dgm:prSet phldrT="[Text]" custT="1"/>
      <dgm:spPr>
        <a:gradFill flip="none" rotWithShape="1">
          <a:gsLst>
            <a:gs pos="0">
              <a:schemeClr val="accent1">
                <a:lumMod val="60000"/>
                <a:lumOff val="40000"/>
                <a:tint val="66000"/>
                <a:satMod val="160000"/>
              </a:schemeClr>
            </a:gs>
            <a:gs pos="50000">
              <a:schemeClr val="accent1">
                <a:lumMod val="60000"/>
                <a:lumOff val="40000"/>
                <a:tint val="44500"/>
                <a:satMod val="160000"/>
              </a:schemeClr>
            </a:gs>
            <a:gs pos="100000">
              <a:schemeClr val="accent1">
                <a:lumMod val="60000"/>
                <a:lumOff val="40000"/>
                <a:tint val="23500"/>
                <a:satMod val="160000"/>
              </a:schemeClr>
            </a:gs>
          </a:gsLst>
          <a:lin ang="16200000" scaled="1"/>
          <a:tileRect/>
        </a:gradFill>
        <a:ln>
          <a:solidFill>
            <a:schemeClr val="tx1"/>
          </a:solidFill>
        </a:ln>
      </dgm:spPr>
      <dgm:t>
        <a:bodyPr anchor="t"/>
        <a:lstStyle/>
        <a:p>
          <a:endParaRPr lang="es-MX" sz="800" b="1" u="sng" dirty="0" smtClean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r>
            <a:rPr lang="es-MX" sz="2400" b="1" u="sng" dirty="0" err="1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Sr.Director</a:t>
          </a:r>
          <a:endParaRPr lang="es-MX" sz="2400" b="1" u="sng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564D338-110A-4CD7-8C35-2F52813F25CA}" type="parTrans" cxnId="{CA5169AF-5153-4BE2-928D-7919A0F1F4A8}">
      <dgm:prSet/>
      <dgm:spPr/>
      <dgm:t>
        <a:bodyPr/>
        <a:lstStyle/>
        <a:p>
          <a:endParaRPr lang="es-MX"/>
        </a:p>
      </dgm:t>
    </dgm:pt>
    <dgm:pt modelId="{13FC992B-FB55-42D8-8562-C900614272E6}" type="sibTrans" cxnId="{CA5169AF-5153-4BE2-928D-7919A0F1F4A8}">
      <dgm:prSet/>
      <dgm:spPr/>
      <dgm:t>
        <a:bodyPr/>
        <a:lstStyle/>
        <a:p>
          <a:endParaRPr lang="es-MX"/>
        </a:p>
      </dgm:t>
    </dgm:pt>
    <dgm:pt modelId="{821E2A95-B7D5-4D10-905A-221C16049434}">
      <dgm:prSet phldrT="[Text]" custT="1"/>
      <dgm:spPr>
        <a:solidFill>
          <a:schemeClr val="accent1">
            <a:lumMod val="75000"/>
          </a:schemeClr>
        </a:solidFill>
        <a:ln>
          <a:solidFill>
            <a:schemeClr val="tx1"/>
          </a:solidFill>
        </a:ln>
      </dgm:spPr>
      <dgm:t>
        <a:bodyPr anchor="t"/>
        <a:lstStyle/>
        <a:p>
          <a:endParaRPr lang="es-MX" sz="800" b="1" u="sng" dirty="0" smtClean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r>
            <a:rPr lang="es-MX" sz="2400" b="1" u="sng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Director</a:t>
          </a:r>
          <a:endParaRPr lang="es-MX" sz="2400" b="1" u="sng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C7618A9-1735-474A-ACC6-71087428C55F}" type="parTrans" cxnId="{C1E45D19-97D7-4344-9BB4-0D47FD469EAA}">
      <dgm:prSet/>
      <dgm:spPr/>
      <dgm:t>
        <a:bodyPr/>
        <a:lstStyle/>
        <a:p>
          <a:endParaRPr lang="es-MX"/>
        </a:p>
      </dgm:t>
    </dgm:pt>
    <dgm:pt modelId="{835B5F18-1758-4D58-A983-6D4014EC8BD3}" type="sibTrans" cxnId="{C1E45D19-97D7-4344-9BB4-0D47FD469EAA}">
      <dgm:prSet/>
      <dgm:spPr/>
      <dgm:t>
        <a:bodyPr/>
        <a:lstStyle/>
        <a:p>
          <a:endParaRPr lang="es-MX"/>
        </a:p>
      </dgm:t>
    </dgm:pt>
    <dgm:pt modelId="{2BFCCB2F-9718-4C92-BE55-611F94822C56}">
      <dgm:prSet phldrT="[Text]" custT="1"/>
      <dgm:spPr>
        <a:gradFill flip="none" rotWithShape="0">
          <a:gsLst>
            <a:gs pos="0">
              <a:schemeClr val="accent1">
                <a:lumMod val="50000"/>
                <a:shade val="30000"/>
                <a:satMod val="115000"/>
              </a:schemeClr>
            </a:gs>
            <a:gs pos="50000">
              <a:schemeClr val="accent1">
                <a:lumMod val="50000"/>
                <a:shade val="67500"/>
                <a:satMod val="115000"/>
              </a:schemeClr>
            </a:gs>
            <a:gs pos="100000">
              <a:schemeClr val="accent1">
                <a:lumMod val="50000"/>
                <a:shade val="100000"/>
                <a:satMod val="115000"/>
              </a:schemeClr>
            </a:gs>
          </a:gsLst>
          <a:lin ang="16200000" scaled="1"/>
          <a:tileRect/>
        </a:gradFill>
        <a:ln>
          <a:solidFill>
            <a:schemeClr val="tx1"/>
          </a:solidFill>
        </a:ln>
      </dgm:spPr>
      <dgm:t>
        <a:bodyPr anchor="t"/>
        <a:lstStyle/>
        <a:p>
          <a:endParaRPr lang="es-MX" sz="800" b="1" u="sng" dirty="0" smtClean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r>
            <a:rPr lang="es-MX" sz="2400" b="1" u="sng" dirty="0" err="1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Sr.Manager</a:t>
          </a:r>
          <a:r>
            <a:rPr lang="es-MX" sz="2400" b="1" u="sng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/ Manager</a:t>
          </a:r>
          <a:endParaRPr lang="es-MX" sz="2400" b="1" u="sng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7971106-2CBC-4F3B-8AB8-06691D828A17}" type="parTrans" cxnId="{FE756D20-EC98-4478-A6E6-0FC6A3E1F18D}">
      <dgm:prSet/>
      <dgm:spPr/>
      <dgm:t>
        <a:bodyPr/>
        <a:lstStyle/>
        <a:p>
          <a:endParaRPr lang="es-MX"/>
        </a:p>
      </dgm:t>
    </dgm:pt>
    <dgm:pt modelId="{EF3061C7-F23C-43A6-8FEA-187D8739793C}" type="sibTrans" cxnId="{FE756D20-EC98-4478-A6E6-0FC6A3E1F18D}">
      <dgm:prSet/>
      <dgm:spPr/>
      <dgm:t>
        <a:bodyPr/>
        <a:lstStyle/>
        <a:p>
          <a:endParaRPr lang="es-MX"/>
        </a:p>
      </dgm:t>
    </dgm:pt>
    <dgm:pt modelId="{AD54899F-0EF0-49B4-8869-8299B1196C9B}">
      <dgm:prSet phldrT="[Text]" custT="1"/>
      <dgm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>
          <a:solidFill>
            <a:schemeClr val="tx1"/>
          </a:solidFill>
        </a:ln>
      </dgm:spPr>
      <dgm:t>
        <a:bodyPr anchor="t"/>
        <a:lstStyle/>
        <a:p>
          <a:endParaRPr lang="es-MX" sz="100" b="1" u="sng" dirty="0" smtClean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endParaRPr lang="es-MX" sz="1100" b="1" u="sng" dirty="0" smtClean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r>
            <a:rPr lang="es-MX" sz="1800" b="1" u="sng" dirty="0" err="1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Finance</a:t>
          </a:r>
          <a:r>
            <a:rPr lang="es-MX" sz="1800" b="1" u="sng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Director</a:t>
          </a:r>
          <a:endParaRPr lang="es-MX" sz="1800" b="1" u="sng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B53C741-3286-45EE-9D87-98E65212A6CE}" type="parTrans" cxnId="{84D49F82-BA05-4AF5-8090-7D9CED9B8331}">
      <dgm:prSet/>
      <dgm:spPr/>
      <dgm:t>
        <a:bodyPr/>
        <a:lstStyle/>
        <a:p>
          <a:endParaRPr lang="es-MX"/>
        </a:p>
      </dgm:t>
    </dgm:pt>
    <dgm:pt modelId="{ECF0EBF4-259B-4EBE-A2A1-C35041486C7B}" type="sibTrans" cxnId="{84D49F82-BA05-4AF5-8090-7D9CED9B8331}">
      <dgm:prSet/>
      <dgm:spPr/>
      <dgm:t>
        <a:bodyPr/>
        <a:lstStyle/>
        <a:p>
          <a:endParaRPr lang="es-MX"/>
        </a:p>
      </dgm:t>
    </dgm:pt>
    <dgm:pt modelId="{F56AE03C-882A-4505-88E6-6CC61A8B9C45}" type="pres">
      <dgm:prSet presAssocID="{C941DDE5-DB0D-4C4C-B473-002FA4B68DA9}" presName="Name0" presStyleCnt="0">
        <dgm:presLayoutVars>
          <dgm:dir/>
          <dgm:animLvl val="lvl"/>
          <dgm:resizeHandles val="exact"/>
        </dgm:presLayoutVars>
      </dgm:prSet>
      <dgm:spPr/>
    </dgm:pt>
    <dgm:pt modelId="{1D98D90F-2C83-40D0-8AA1-04C0B66584B7}" type="pres">
      <dgm:prSet presAssocID="{351B6DAC-7D7F-435E-8955-AE2C5AA8D4B5}" presName="Name8" presStyleCnt="0"/>
      <dgm:spPr/>
    </dgm:pt>
    <dgm:pt modelId="{82AD4488-CCBD-43F8-A885-DB637FAD7FB2}" type="pres">
      <dgm:prSet presAssocID="{351B6DAC-7D7F-435E-8955-AE2C5AA8D4B5}" presName="level" presStyleLbl="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19929CAC-562F-44C2-B655-B05CC441183E}" type="pres">
      <dgm:prSet presAssocID="{351B6DAC-7D7F-435E-8955-AE2C5AA8D4B5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A7371412-75D4-4EF3-844F-B1EF99981E66}" type="pres">
      <dgm:prSet presAssocID="{AD54899F-0EF0-49B4-8869-8299B1196C9B}" presName="Name8" presStyleCnt="0"/>
      <dgm:spPr/>
    </dgm:pt>
    <dgm:pt modelId="{8EFF8F31-231A-4DE2-BD7E-0657153F31D2}" type="pres">
      <dgm:prSet presAssocID="{AD54899F-0EF0-49B4-8869-8299B1196C9B}" presName="level" presStyleLbl="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78F5A4E0-CD51-4E76-AFC9-D8003F4919CB}" type="pres">
      <dgm:prSet presAssocID="{AD54899F-0EF0-49B4-8869-8299B1196C9B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B57A723F-3AAD-4C7C-9B3B-536EEDB3E868}" type="pres">
      <dgm:prSet presAssocID="{B3DD3E95-7FF1-4B55-A0FF-D30536BBD460}" presName="Name8" presStyleCnt="0"/>
      <dgm:spPr/>
    </dgm:pt>
    <dgm:pt modelId="{939E2BCF-831C-4E2F-8188-EDD29BA3E8F3}" type="pres">
      <dgm:prSet presAssocID="{B3DD3E95-7FF1-4B55-A0FF-D30536BBD460}" presName="level" presStyleLbl="node1" presStyleIdx="2" presStyleCnt="5" custLinFactNeighborY="-776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F9A0EF96-672C-4837-939E-CAE93835A88A}" type="pres">
      <dgm:prSet presAssocID="{B3DD3E95-7FF1-4B55-A0FF-D30536BBD460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7BAAB1A6-D711-480D-8CCD-D774D09FE012}" type="pres">
      <dgm:prSet presAssocID="{821E2A95-B7D5-4D10-905A-221C16049434}" presName="Name8" presStyleCnt="0"/>
      <dgm:spPr/>
    </dgm:pt>
    <dgm:pt modelId="{D65C0357-322A-46B0-A0B2-81D1E4E6F3DB}" type="pres">
      <dgm:prSet presAssocID="{821E2A95-B7D5-4D10-905A-221C16049434}" presName="level" presStyleLbl="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2A7E56E3-FFAB-4649-9CA2-EB177A5CDDBE}" type="pres">
      <dgm:prSet presAssocID="{821E2A95-B7D5-4D10-905A-221C16049434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F4C3A8F8-F753-4AEB-8E14-BCB145FA3C36}" type="pres">
      <dgm:prSet presAssocID="{2BFCCB2F-9718-4C92-BE55-611F94822C56}" presName="Name8" presStyleCnt="0"/>
      <dgm:spPr/>
    </dgm:pt>
    <dgm:pt modelId="{8E6F4450-20E0-47A5-8597-0C37DF0610E7}" type="pres">
      <dgm:prSet presAssocID="{2BFCCB2F-9718-4C92-BE55-611F94822C56}" presName="level" presStyleLbl="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83727020-35A6-4AD5-8FFE-7C796F56A5DF}" type="pres">
      <dgm:prSet presAssocID="{2BFCCB2F-9718-4C92-BE55-611F94822C56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</dgm:ptLst>
  <dgm:cxnLst>
    <dgm:cxn modelId="{42ADABE8-C22A-40B2-AA4B-AB907572ECDA}" type="presOf" srcId="{C941DDE5-DB0D-4C4C-B473-002FA4B68DA9}" destId="{F56AE03C-882A-4505-88E6-6CC61A8B9C45}" srcOrd="0" destOrd="0" presId="urn:microsoft.com/office/officeart/2005/8/layout/pyramid1"/>
    <dgm:cxn modelId="{6AB36449-0CC8-426B-A93B-7CFF137CDE82}" type="presOf" srcId="{351B6DAC-7D7F-435E-8955-AE2C5AA8D4B5}" destId="{82AD4488-CCBD-43F8-A885-DB637FAD7FB2}" srcOrd="0" destOrd="0" presId="urn:microsoft.com/office/officeart/2005/8/layout/pyramid1"/>
    <dgm:cxn modelId="{CA5169AF-5153-4BE2-928D-7919A0F1F4A8}" srcId="{C941DDE5-DB0D-4C4C-B473-002FA4B68DA9}" destId="{B3DD3E95-7FF1-4B55-A0FF-D30536BBD460}" srcOrd="2" destOrd="0" parTransId="{5564D338-110A-4CD7-8C35-2F52813F25CA}" sibTransId="{13FC992B-FB55-42D8-8562-C900614272E6}"/>
    <dgm:cxn modelId="{2E0CB8D4-F90D-4C96-A32A-1795BC243110}" type="presOf" srcId="{2BFCCB2F-9718-4C92-BE55-611F94822C56}" destId="{8E6F4450-20E0-47A5-8597-0C37DF0610E7}" srcOrd="0" destOrd="0" presId="urn:microsoft.com/office/officeart/2005/8/layout/pyramid1"/>
    <dgm:cxn modelId="{F9F4D21F-6160-41E3-B567-6FD89CDBF73A}" type="presOf" srcId="{B3DD3E95-7FF1-4B55-A0FF-D30536BBD460}" destId="{F9A0EF96-672C-4837-939E-CAE93835A88A}" srcOrd="1" destOrd="0" presId="urn:microsoft.com/office/officeart/2005/8/layout/pyramid1"/>
    <dgm:cxn modelId="{BEE48192-78CC-4C63-AA24-D29FB8B3DFE7}" type="presOf" srcId="{821E2A95-B7D5-4D10-905A-221C16049434}" destId="{2A7E56E3-FFAB-4649-9CA2-EB177A5CDDBE}" srcOrd="1" destOrd="0" presId="urn:microsoft.com/office/officeart/2005/8/layout/pyramid1"/>
    <dgm:cxn modelId="{B2836923-6DF4-42D4-9F4F-3C9C127B1E3C}" type="presOf" srcId="{AD54899F-0EF0-49B4-8869-8299B1196C9B}" destId="{78F5A4E0-CD51-4E76-AFC9-D8003F4919CB}" srcOrd="1" destOrd="0" presId="urn:microsoft.com/office/officeart/2005/8/layout/pyramid1"/>
    <dgm:cxn modelId="{0055E134-A605-4C91-84FF-3D8B110AD301}" type="presOf" srcId="{B3DD3E95-7FF1-4B55-A0FF-D30536BBD460}" destId="{939E2BCF-831C-4E2F-8188-EDD29BA3E8F3}" srcOrd="0" destOrd="0" presId="urn:microsoft.com/office/officeart/2005/8/layout/pyramid1"/>
    <dgm:cxn modelId="{84D49F82-BA05-4AF5-8090-7D9CED9B8331}" srcId="{C941DDE5-DB0D-4C4C-B473-002FA4B68DA9}" destId="{AD54899F-0EF0-49B4-8869-8299B1196C9B}" srcOrd="1" destOrd="0" parTransId="{AB53C741-3286-45EE-9D87-98E65212A6CE}" sibTransId="{ECF0EBF4-259B-4EBE-A2A1-C35041486C7B}"/>
    <dgm:cxn modelId="{CC7BF7C1-570D-43B3-BBE3-F5AD840E5DCF}" srcId="{C941DDE5-DB0D-4C4C-B473-002FA4B68DA9}" destId="{351B6DAC-7D7F-435E-8955-AE2C5AA8D4B5}" srcOrd="0" destOrd="0" parTransId="{B60205AF-E63B-4384-B138-4F090E1BDCA3}" sibTransId="{CEC2765F-59DB-4A6A-830A-0433F3025661}"/>
    <dgm:cxn modelId="{B3FDA631-1A06-4072-93E0-D30D6401FC63}" type="presOf" srcId="{2BFCCB2F-9718-4C92-BE55-611F94822C56}" destId="{83727020-35A6-4AD5-8FFE-7C796F56A5DF}" srcOrd="1" destOrd="0" presId="urn:microsoft.com/office/officeart/2005/8/layout/pyramid1"/>
    <dgm:cxn modelId="{C1E45D19-97D7-4344-9BB4-0D47FD469EAA}" srcId="{C941DDE5-DB0D-4C4C-B473-002FA4B68DA9}" destId="{821E2A95-B7D5-4D10-905A-221C16049434}" srcOrd="3" destOrd="0" parTransId="{BC7618A9-1735-474A-ACC6-71087428C55F}" sibTransId="{835B5F18-1758-4D58-A983-6D4014EC8BD3}"/>
    <dgm:cxn modelId="{A14E9376-65A2-4F41-8C81-6F4975C9EC3D}" type="presOf" srcId="{AD54899F-0EF0-49B4-8869-8299B1196C9B}" destId="{8EFF8F31-231A-4DE2-BD7E-0657153F31D2}" srcOrd="0" destOrd="0" presId="urn:microsoft.com/office/officeart/2005/8/layout/pyramid1"/>
    <dgm:cxn modelId="{8C963EAD-D563-47E8-9958-6E4FE8638B41}" type="presOf" srcId="{351B6DAC-7D7F-435E-8955-AE2C5AA8D4B5}" destId="{19929CAC-562F-44C2-B655-B05CC441183E}" srcOrd="1" destOrd="0" presId="urn:microsoft.com/office/officeart/2005/8/layout/pyramid1"/>
    <dgm:cxn modelId="{FE756D20-EC98-4478-A6E6-0FC6A3E1F18D}" srcId="{C941DDE5-DB0D-4C4C-B473-002FA4B68DA9}" destId="{2BFCCB2F-9718-4C92-BE55-611F94822C56}" srcOrd="4" destOrd="0" parTransId="{07971106-2CBC-4F3B-8AB8-06691D828A17}" sibTransId="{EF3061C7-F23C-43A6-8FEA-187D8739793C}"/>
    <dgm:cxn modelId="{ADB91AC6-B7B1-4FAB-A4FE-58FE38618441}" type="presOf" srcId="{821E2A95-B7D5-4D10-905A-221C16049434}" destId="{D65C0357-322A-46B0-A0B2-81D1E4E6F3DB}" srcOrd="0" destOrd="0" presId="urn:microsoft.com/office/officeart/2005/8/layout/pyramid1"/>
    <dgm:cxn modelId="{FA70EB10-C752-4887-A81B-724BA09F0963}" type="presParOf" srcId="{F56AE03C-882A-4505-88E6-6CC61A8B9C45}" destId="{1D98D90F-2C83-40D0-8AA1-04C0B66584B7}" srcOrd="0" destOrd="0" presId="urn:microsoft.com/office/officeart/2005/8/layout/pyramid1"/>
    <dgm:cxn modelId="{757EAAB0-D6E7-4CE2-9266-1934E362D4D9}" type="presParOf" srcId="{1D98D90F-2C83-40D0-8AA1-04C0B66584B7}" destId="{82AD4488-CCBD-43F8-A885-DB637FAD7FB2}" srcOrd="0" destOrd="0" presId="urn:microsoft.com/office/officeart/2005/8/layout/pyramid1"/>
    <dgm:cxn modelId="{D36B069D-F850-4371-A949-CD54535AB348}" type="presParOf" srcId="{1D98D90F-2C83-40D0-8AA1-04C0B66584B7}" destId="{19929CAC-562F-44C2-B655-B05CC441183E}" srcOrd="1" destOrd="0" presId="urn:microsoft.com/office/officeart/2005/8/layout/pyramid1"/>
    <dgm:cxn modelId="{A8C02933-A0B7-45BD-A682-36DEBB614D68}" type="presParOf" srcId="{F56AE03C-882A-4505-88E6-6CC61A8B9C45}" destId="{A7371412-75D4-4EF3-844F-B1EF99981E66}" srcOrd="1" destOrd="0" presId="urn:microsoft.com/office/officeart/2005/8/layout/pyramid1"/>
    <dgm:cxn modelId="{AEB10DC9-943F-45C1-800B-085EBA76C021}" type="presParOf" srcId="{A7371412-75D4-4EF3-844F-B1EF99981E66}" destId="{8EFF8F31-231A-4DE2-BD7E-0657153F31D2}" srcOrd="0" destOrd="0" presId="urn:microsoft.com/office/officeart/2005/8/layout/pyramid1"/>
    <dgm:cxn modelId="{37CC1E1C-F8E5-423A-9B96-416955B7DADB}" type="presParOf" srcId="{A7371412-75D4-4EF3-844F-B1EF99981E66}" destId="{78F5A4E0-CD51-4E76-AFC9-D8003F4919CB}" srcOrd="1" destOrd="0" presId="urn:microsoft.com/office/officeart/2005/8/layout/pyramid1"/>
    <dgm:cxn modelId="{BFB87C58-928D-454D-8EDC-B42E620CCE25}" type="presParOf" srcId="{F56AE03C-882A-4505-88E6-6CC61A8B9C45}" destId="{B57A723F-3AAD-4C7C-9B3B-536EEDB3E868}" srcOrd="2" destOrd="0" presId="urn:microsoft.com/office/officeart/2005/8/layout/pyramid1"/>
    <dgm:cxn modelId="{C6C0AA11-4113-4B96-90B8-1B635B0EA811}" type="presParOf" srcId="{B57A723F-3AAD-4C7C-9B3B-536EEDB3E868}" destId="{939E2BCF-831C-4E2F-8188-EDD29BA3E8F3}" srcOrd="0" destOrd="0" presId="urn:microsoft.com/office/officeart/2005/8/layout/pyramid1"/>
    <dgm:cxn modelId="{BE713A23-F1C2-4484-B7DD-E5FE16D377D8}" type="presParOf" srcId="{B57A723F-3AAD-4C7C-9B3B-536EEDB3E868}" destId="{F9A0EF96-672C-4837-939E-CAE93835A88A}" srcOrd="1" destOrd="0" presId="urn:microsoft.com/office/officeart/2005/8/layout/pyramid1"/>
    <dgm:cxn modelId="{05E5CF57-2FE1-46BF-8E31-531E5B52886D}" type="presParOf" srcId="{F56AE03C-882A-4505-88E6-6CC61A8B9C45}" destId="{7BAAB1A6-D711-480D-8CCD-D774D09FE012}" srcOrd="3" destOrd="0" presId="urn:microsoft.com/office/officeart/2005/8/layout/pyramid1"/>
    <dgm:cxn modelId="{929CEC95-DE7A-42DF-ADEB-783830CB1423}" type="presParOf" srcId="{7BAAB1A6-D711-480D-8CCD-D774D09FE012}" destId="{D65C0357-322A-46B0-A0B2-81D1E4E6F3DB}" srcOrd="0" destOrd="0" presId="urn:microsoft.com/office/officeart/2005/8/layout/pyramid1"/>
    <dgm:cxn modelId="{0AD175C9-BD31-4AFD-87AA-5674968EE839}" type="presParOf" srcId="{7BAAB1A6-D711-480D-8CCD-D774D09FE012}" destId="{2A7E56E3-FFAB-4649-9CA2-EB177A5CDDBE}" srcOrd="1" destOrd="0" presId="urn:microsoft.com/office/officeart/2005/8/layout/pyramid1"/>
    <dgm:cxn modelId="{398D4806-EC15-435A-8F5A-9C68A9C52930}" type="presParOf" srcId="{F56AE03C-882A-4505-88E6-6CC61A8B9C45}" destId="{F4C3A8F8-F753-4AEB-8E14-BCB145FA3C36}" srcOrd="4" destOrd="0" presId="urn:microsoft.com/office/officeart/2005/8/layout/pyramid1"/>
    <dgm:cxn modelId="{023A60FF-68D8-4436-BB78-6E9468CC0D32}" type="presParOf" srcId="{F4C3A8F8-F753-4AEB-8E14-BCB145FA3C36}" destId="{8E6F4450-20E0-47A5-8597-0C37DF0610E7}" srcOrd="0" destOrd="0" presId="urn:microsoft.com/office/officeart/2005/8/layout/pyramid1"/>
    <dgm:cxn modelId="{3FD4D82F-0649-4172-B6BF-FC1C567031E1}" type="presParOf" srcId="{F4C3A8F8-F753-4AEB-8E14-BCB145FA3C36}" destId="{83727020-35A6-4AD5-8FFE-7C796F56A5DF}" srcOrd="1" destOrd="0" presId="urn:microsoft.com/office/officeart/2005/8/layout/pyramid1"/>
  </dgm:cxnLst>
  <dgm:bg>
    <a:solidFill>
      <a:schemeClr val="bg1"/>
    </a:solidFill>
  </dgm:bg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2AD4488-CCBD-43F8-A885-DB637FAD7FB2}">
      <dsp:nvSpPr>
        <dsp:cNvPr id="0" name=""/>
        <dsp:cNvSpPr/>
      </dsp:nvSpPr>
      <dsp:spPr>
        <a:xfrm>
          <a:off x="2592288" y="0"/>
          <a:ext cx="1296143" cy="899209"/>
        </a:xfrm>
        <a:prstGeom prst="trapezoid">
          <a:avLst>
            <a:gd name="adj" fmla="val 72071"/>
          </a:avLst>
        </a:prstGeom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MX" sz="1200" b="1" u="sng" kern="1200" dirty="0" smtClean="0">
            <a:solidFill>
              <a:srgbClr val="FF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400" b="1" u="sng" kern="1200" dirty="0" err="1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President</a:t>
          </a:r>
          <a:endParaRPr lang="es-MX" sz="2400" b="1" u="sng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592288" y="0"/>
        <a:ext cx="1296143" cy="899209"/>
      </dsp:txXfrm>
    </dsp:sp>
    <dsp:sp modelId="{8EFF8F31-231A-4DE2-BD7E-0657153F31D2}">
      <dsp:nvSpPr>
        <dsp:cNvPr id="0" name=""/>
        <dsp:cNvSpPr/>
      </dsp:nvSpPr>
      <dsp:spPr>
        <a:xfrm>
          <a:off x="1944216" y="899209"/>
          <a:ext cx="2592287" cy="899209"/>
        </a:xfrm>
        <a:prstGeom prst="trapezoid">
          <a:avLst>
            <a:gd name="adj" fmla="val 72071"/>
          </a:avLst>
        </a:prstGeom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" tIns="1270" rIns="1270" bIns="1270" numCol="1" spcCol="1270" anchor="t" anchorCtr="0">
          <a:noAutofit/>
        </a:bodyPr>
        <a:lstStyle/>
        <a:p>
          <a:pPr lvl="0" algn="ctr" defTabSz="44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MX" sz="100" b="1" u="sng" kern="1200" dirty="0" smtClean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lvl="0" algn="ctr" defTabSz="44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MX" sz="1100" b="1" u="sng" kern="1200" dirty="0" smtClean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lvl="0" algn="ctr" defTabSz="44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800" b="1" u="sng" kern="1200" dirty="0" err="1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Finance</a:t>
          </a:r>
          <a:r>
            <a:rPr lang="es-MX" sz="1800" b="1" u="sng" kern="12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Director</a:t>
          </a:r>
          <a:endParaRPr lang="es-MX" sz="1800" b="1" u="sng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397866" y="899209"/>
        <a:ext cx="1684987" cy="899209"/>
      </dsp:txXfrm>
    </dsp:sp>
    <dsp:sp modelId="{939E2BCF-831C-4E2F-8188-EDD29BA3E8F3}">
      <dsp:nvSpPr>
        <dsp:cNvPr id="0" name=""/>
        <dsp:cNvSpPr/>
      </dsp:nvSpPr>
      <dsp:spPr>
        <a:xfrm>
          <a:off x="1296143" y="1791441"/>
          <a:ext cx="3888432" cy="899209"/>
        </a:xfrm>
        <a:prstGeom prst="trapezoid">
          <a:avLst>
            <a:gd name="adj" fmla="val 72071"/>
          </a:avLst>
        </a:prstGeom>
        <a:gradFill flip="none" rotWithShape="1">
          <a:gsLst>
            <a:gs pos="0">
              <a:schemeClr val="accent1">
                <a:lumMod val="60000"/>
                <a:lumOff val="40000"/>
                <a:tint val="66000"/>
                <a:satMod val="160000"/>
              </a:schemeClr>
            </a:gs>
            <a:gs pos="50000">
              <a:schemeClr val="accent1">
                <a:lumMod val="60000"/>
                <a:lumOff val="40000"/>
                <a:tint val="44500"/>
                <a:satMod val="160000"/>
              </a:schemeClr>
            </a:gs>
            <a:gs pos="100000">
              <a:schemeClr val="accent1">
                <a:lumMod val="60000"/>
                <a:lumOff val="40000"/>
                <a:tint val="23500"/>
                <a:satMod val="160000"/>
              </a:schemeClr>
            </a:gs>
          </a:gsLst>
          <a:lin ang="16200000" scaled="1"/>
          <a:tileRect/>
        </a:gra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MX" sz="800" b="1" u="sng" kern="1200" dirty="0" smtClean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400" b="1" u="sng" kern="1200" dirty="0" err="1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Sr.Director</a:t>
          </a:r>
          <a:endParaRPr lang="es-MX" sz="2400" b="1" u="sng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976619" y="1791441"/>
        <a:ext cx="2527480" cy="899209"/>
      </dsp:txXfrm>
    </dsp:sp>
    <dsp:sp modelId="{D65C0357-322A-46B0-A0B2-81D1E4E6F3DB}">
      <dsp:nvSpPr>
        <dsp:cNvPr id="0" name=""/>
        <dsp:cNvSpPr/>
      </dsp:nvSpPr>
      <dsp:spPr>
        <a:xfrm>
          <a:off x="648071" y="2697628"/>
          <a:ext cx="5184576" cy="899209"/>
        </a:xfrm>
        <a:prstGeom prst="trapezoid">
          <a:avLst>
            <a:gd name="adj" fmla="val 72071"/>
          </a:avLst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MX" sz="800" b="1" u="sng" kern="1200" dirty="0" smtClean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400" b="1" u="sng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Director</a:t>
          </a:r>
          <a:endParaRPr lang="es-MX" sz="2400" b="1" u="sng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555372" y="2697628"/>
        <a:ext cx="3369974" cy="899209"/>
      </dsp:txXfrm>
    </dsp:sp>
    <dsp:sp modelId="{8E6F4450-20E0-47A5-8597-0C37DF0610E7}">
      <dsp:nvSpPr>
        <dsp:cNvPr id="0" name=""/>
        <dsp:cNvSpPr/>
      </dsp:nvSpPr>
      <dsp:spPr>
        <a:xfrm>
          <a:off x="0" y="3596838"/>
          <a:ext cx="6480720" cy="899209"/>
        </a:xfrm>
        <a:prstGeom prst="trapezoid">
          <a:avLst>
            <a:gd name="adj" fmla="val 72071"/>
          </a:avLst>
        </a:prstGeom>
        <a:gradFill flip="none" rotWithShape="0">
          <a:gsLst>
            <a:gs pos="0">
              <a:schemeClr val="accent1">
                <a:lumMod val="50000"/>
                <a:shade val="30000"/>
                <a:satMod val="115000"/>
              </a:schemeClr>
            </a:gs>
            <a:gs pos="50000">
              <a:schemeClr val="accent1">
                <a:lumMod val="50000"/>
                <a:shade val="67500"/>
                <a:satMod val="115000"/>
              </a:schemeClr>
            </a:gs>
            <a:gs pos="100000">
              <a:schemeClr val="accent1">
                <a:lumMod val="50000"/>
                <a:shade val="100000"/>
                <a:satMod val="115000"/>
              </a:schemeClr>
            </a:gs>
          </a:gsLst>
          <a:lin ang="16200000" scaled="1"/>
          <a:tileRect/>
        </a:gra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MX" sz="800" b="1" u="sng" kern="1200" dirty="0" smtClean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400" b="1" u="sng" kern="1200" dirty="0" err="1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Sr.Manager</a:t>
          </a:r>
          <a:r>
            <a:rPr lang="es-MX" sz="2400" b="1" u="sng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/ Manager</a:t>
          </a:r>
          <a:endParaRPr lang="es-MX" sz="2400" b="1" u="sng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134125" y="3596838"/>
        <a:ext cx="4212468" cy="8992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9930" y="0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/>
          <a:lstStyle>
            <a:lvl1pPr algn="r">
              <a:defRPr sz="1200"/>
            </a:lvl1pPr>
          </a:lstStyle>
          <a:p>
            <a:fld id="{FA0EFFCB-1291-4E09-8ADD-9C47DD3B019C}" type="datetimeFigureOut">
              <a:rPr lang="es-MX" smtClean="0"/>
              <a:pPr/>
              <a:t>24/01/2018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7725" cy="3492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60" tIns="46680" rIns="93360" bIns="4668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628" y="4423331"/>
            <a:ext cx="5621020" cy="4190524"/>
          </a:xfrm>
          <a:prstGeom prst="rect">
            <a:avLst/>
          </a:prstGeom>
        </p:spPr>
        <p:txBody>
          <a:bodyPr vert="horz" lIns="93360" tIns="46680" rIns="93360" bIns="4668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5045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9930" y="8845045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 anchor="b"/>
          <a:lstStyle>
            <a:lvl1pPr algn="r">
              <a:defRPr sz="1200"/>
            </a:lvl1pPr>
          </a:lstStyle>
          <a:p>
            <a:fld id="{385CFC2D-6A68-48DE-8436-3A501CC49FC2}" type="slidenum">
              <a:rPr lang="es-MX" smtClean="0"/>
              <a:pPr/>
              <a:t>‹#›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82890-F97F-4F6E-8702-AA384D98B159}" type="datetimeFigureOut">
              <a:rPr lang="es-MX" smtClean="0"/>
              <a:pPr/>
              <a:t>24/01/2018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EF13-A31C-4831-B93F-4B7EB14A11AE}" type="slidenum">
              <a:rPr lang="es-MX" smtClean="0"/>
              <a:pPr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82890-F97F-4F6E-8702-AA384D98B159}" type="datetimeFigureOut">
              <a:rPr lang="es-MX" smtClean="0"/>
              <a:pPr/>
              <a:t>24/01/2018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EF13-A31C-4831-B93F-4B7EB14A11AE}" type="slidenum">
              <a:rPr lang="es-MX" smtClean="0"/>
              <a:pPr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82890-F97F-4F6E-8702-AA384D98B159}" type="datetimeFigureOut">
              <a:rPr lang="es-MX" smtClean="0"/>
              <a:pPr/>
              <a:t>24/01/2018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EF13-A31C-4831-B93F-4B7EB14A11AE}" type="slidenum">
              <a:rPr lang="es-MX" smtClean="0"/>
              <a:pPr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82890-F97F-4F6E-8702-AA384D98B159}" type="datetimeFigureOut">
              <a:rPr lang="es-MX" smtClean="0"/>
              <a:pPr/>
              <a:t>24/01/2018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EF13-A31C-4831-B93F-4B7EB14A11AE}" type="slidenum">
              <a:rPr lang="es-MX" smtClean="0"/>
              <a:pPr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82890-F97F-4F6E-8702-AA384D98B159}" type="datetimeFigureOut">
              <a:rPr lang="es-MX" smtClean="0"/>
              <a:pPr/>
              <a:t>24/01/2018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EF13-A31C-4831-B93F-4B7EB14A11AE}" type="slidenum">
              <a:rPr lang="es-MX" smtClean="0"/>
              <a:pPr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82890-F97F-4F6E-8702-AA384D98B159}" type="datetimeFigureOut">
              <a:rPr lang="es-MX" smtClean="0"/>
              <a:pPr/>
              <a:t>24/01/2018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EF13-A31C-4831-B93F-4B7EB14A11AE}" type="slidenum">
              <a:rPr lang="es-MX" smtClean="0"/>
              <a:pPr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82890-F97F-4F6E-8702-AA384D98B159}" type="datetimeFigureOut">
              <a:rPr lang="es-MX" smtClean="0"/>
              <a:pPr/>
              <a:t>24/01/2018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EF13-A31C-4831-B93F-4B7EB14A11AE}" type="slidenum">
              <a:rPr lang="es-MX" smtClean="0"/>
              <a:pPr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82890-F97F-4F6E-8702-AA384D98B159}" type="datetimeFigureOut">
              <a:rPr lang="es-MX" smtClean="0"/>
              <a:pPr/>
              <a:t>24/01/2018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EF13-A31C-4831-B93F-4B7EB14A11AE}" type="slidenum">
              <a:rPr lang="es-MX" smtClean="0"/>
              <a:pPr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82890-F97F-4F6E-8702-AA384D98B159}" type="datetimeFigureOut">
              <a:rPr lang="es-MX" smtClean="0"/>
              <a:pPr/>
              <a:t>24/01/2018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EF13-A31C-4831-B93F-4B7EB14A11AE}" type="slidenum">
              <a:rPr lang="es-MX" smtClean="0"/>
              <a:pPr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82890-F97F-4F6E-8702-AA384D98B159}" type="datetimeFigureOut">
              <a:rPr lang="es-MX" smtClean="0"/>
              <a:pPr/>
              <a:t>24/01/2018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EF13-A31C-4831-B93F-4B7EB14A11AE}" type="slidenum">
              <a:rPr lang="es-MX" smtClean="0"/>
              <a:pPr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82890-F97F-4F6E-8702-AA384D98B159}" type="datetimeFigureOut">
              <a:rPr lang="es-MX" smtClean="0"/>
              <a:pPr/>
              <a:t>24/01/2018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EF13-A31C-4831-B93F-4B7EB14A11AE}" type="slidenum">
              <a:rPr lang="es-MX" smtClean="0"/>
              <a:pPr/>
              <a:t>‹#›</a:t>
            </a:fld>
            <a:endParaRPr lang="es-MX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s-MX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82890-F97F-4F6E-8702-AA384D98B159}" type="datetimeFigureOut">
              <a:rPr lang="es-MX" smtClean="0"/>
              <a:pPr/>
              <a:t>24/01/2018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3EF13-A31C-4831-B93F-4B7EB14A11AE}" type="slidenum">
              <a:rPr lang="es-MX" smtClean="0"/>
              <a:pPr/>
              <a:t>‹#›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1331640" y="1628800"/>
          <a:ext cx="6480720" cy="44960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43608" y="889556"/>
            <a:ext cx="70770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MX" sz="2800" b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Canon </a:t>
            </a:r>
            <a:r>
              <a:rPr lang="es-MX" sz="2800" b="1" u="sng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Mexico</a:t>
            </a:r>
            <a:r>
              <a:rPr lang="es-MX" sz="2800" b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MX" sz="2800" b="1" u="sng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Corporate</a:t>
            </a:r>
            <a:r>
              <a:rPr lang="es-MX" sz="2800" b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MX" sz="2800" b="1" u="sng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Authorization</a:t>
            </a:r>
            <a:r>
              <a:rPr lang="es-MX" sz="2800" b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MX" sz="2800" b="1" u="sng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Matrix</a:t>
            </a:r>
            <a:endParaRPr lang="es-MX" sz="2800" b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40903" y="5754495"/>
            <a:ext cx="1527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 smtClean="0">
                <a:solidFill>
                  <a:schemeClr val="bg1"/>
                </a:solidFill>
              </a:rPr>
              <a:t>Up </a:t>
            </a:r>
            <a:r>
              <a:rPr lang="es-MX" b="1" dirty="0" err="1" smtClean="0">
                <a:solidFill>
                  <a:schemeClr val="bg1"/>
                </a:solidFill>
              </a:rPr>
              <a:t>to</a:t>
            </a:r>
            <a:r>
              <a:rPr lang="es-MX" b="1" dirty="0" smtClean="0">
                <a:solidFill>
                  <a:schemeClr val="bg1"/>
                </a:solidFill>
              </a:rPr>
              <a:t> $15,000</a:t>
            </a:r>
            <a:endParaRPr lang="es-MX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31636" y="4831928"/>
            <a:ext cx="1527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 smtClean="0">
                <a:solidFill>
                  <a:schemeClr val="bg1"/>
                </a:solidFill>
              </a:rPr>
              <a:t>Up </a:t>
            </a:r>
            <a:r>
              <a:rPr lang="es-MX" b="1" dirty="0" err="1" smtClean="0">
                <a:solidFill>
                  <a:schemeClr val="bg1"/>
                </a:solidFill>
              </a:rPr>
              <a:t>to</a:t>
            </a:r>
            <a:r>
              <a:rPr lang="es-MX" b="1" dirty="0" smtClean="0">
                <a:solidFill>
                  <a:schemeClr val="bg1"/>
                </a:solidFill>
              </a:rPr>
              <a:t> $50,000</a:t>
            </a:r>
            <a:endParaRPr lang="es-MX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57878" y="3935782"/>
            <a:ext cx="1644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 smtClean="0"/>
              <a:t>Up </a:t>
            </a:r>
            <a:r>
              <a:rPr lang="es-MX" b="1" dirty="0" err="1" smtClean="0"/>
              <a:t>to</a:t>
            </a:r>
            <a:r>
              <a:rPr lang="es-MX" b="1" dirty="0" smtClean="0"/>
              <a:t> $100,000</a:t>
            </a:r>
            <a:endParaRPr lang="es-MX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946757" y="2237915"/>
            <a:ext cx="1231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 smtClean="0"/>
              <a:t>&gt; $250,000</a:t>
            </a:r>
            <a:endParaRPr lang="es-MX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779912" y="3030003"/>
            <a:ext cx="1644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 smtClean="0"/>
              <a:t>Up </a:t>
            </a:r>
            <a:r>
              <a:rPr lang="es-MX" b="1" dirty="0" err="1" smtClean="0"/>
              <a:t>to</a:t>
            </a:r>
            <a:r>
              <a:rPr lang="es-MX" b="1" dirty="0" smtClean="0"/>
              <a:t> $250,000</a:t>
            </a:r>
            <a:endParaRPr lang="es-MX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156176" y="1700808"/>
            <a:ext cx="2520280" cy="1200329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*When contracts have a continued execution, the President signs the contracts </a:t>
            </a: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45</Words>
  <Application>Microsoft Office PowerPoint</Application>
  <PresentationFormat>On-screen Show (4:3)</PresentationFormat>
  <Paragraphs>18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recepcionshowroom</dc:creator>
  <cp:lastModifiedBy>Carolina Mejia</cp:lastModifiedBy>
  <cp:revision>48</cp:revision>
  <dcterms:created xsi:type="dcterms:W3CDTF">2016-12-13T22:26:56Z</dcterms:created>
  <dcterms:modified xsi:type="dcterms:W3CDTF">2018-01-24T21:57:31Z</dcterms:modified>
</cp:coreProperties>
</file>